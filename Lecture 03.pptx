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4" r:id="rId1"/>
  </p:sldMasterIdLst>
  <p:notesMasterIdLst>
    <p:notesMasterId r:id="rId73"/>
  </p:notesMasterIdLst>
  <p:handoutMasterIdLst>
    <p:handoutMasterId r:id="rId74"/>
  </p:handoutMasterIdLst>
  <p:sldIdLst>
    <p:sldId id="330" r:id="rId2"/>
    <p:sldId id="411" r:id="rId3"/>
    <p:sldId id="412" r:id="rId4"/>
    <p:sldId id="413" r:id="rId5"/>
    <p:sldId id="468" r:id="rId6"/>
    <p:sldId id="414" r:id="rId7"/>
    <p:sldId id="499" r:id="rId8"/>
    <p:sldId id="415" r:id="rId9"/>
    <p:sldId id="416" r:id="rId10"/>
    <p:sldId id="417" r:id="rId11"/>
    <p:sldId id="419" r:id="rId12"/>
    <p:sldId id="469" r:id="rId13"/>
    <p:sldId id="421" r:id="rId14"/>
    <p:sldId id="422" r:id="rId15"/>
    <p:sldId id="423" r:id="rId16"/>
    <p:sldId id="500" r:id="rId17"/>
    <p:sldId id="501" r:id="rId18"/>
    <p:sldId id="426" r:id="rId19"/>
    <p:sldId id="428" r:id="rId20"/>
    <p:sldId id="429" r:id="rId21"/>
    <p:sldId id="431" r:id="rId22"/>
    <p:sldId id="430" r:id="rId23"/>
    <p:sldId id="432" r:id="rId24"/>
    <p:sldId id="478" r:id="rId25"/>
    <p:sldId id="434" r:id="rId26"/>
    <p:sldId id="471" r:id="rId27"/>
    <p:sldId id="502" r:id="rId28"/>
    <p:sldId id="435" r:id="rId29"/>
    <p:sldId id="436" r:id="rId30"/>
    <p:sldId id="437" r:id="rId31"/>
    <p:sldId id="516" r:id="rId32"/>
    <p:sldId id="503" r:id="rId33"/>
    <p:sldId id="490" r:id="rId34"/>
    <p:sldId id="491" r:id="rId35"/>
    <p:sldId id="492" r:id="rId36"/>
    <p:sldId id="521" r:id="rId37"/>
    <p:sldId id="522" r:id="rId38"/>
    <p:sldId id="523" r:id="rId39"/>
    <p:sldId id="524" r:id="rId40"/>
    <p:sldId id="525" r:id="rId41"/>
    <p:sldId id="479" r:id="rId42"/>
    <p:sldId id="473" r:id="rId43"/>
    <p:sldId id="476" r:id="rId44"/>
    <p:sldId id="445" r:id="rId45"/>
    <p:sldId id="446" r:id="rId46"/>
    <p:sldId id="447" r:id="rId47"/>
    <p:sldId id="448" r:id="rId48"/>
    <p:sldId id="518" r:id="rId49"/>
    <p:sldId id="520" r:id="rId50"/>
    <p:sldId id="451" r:id="rId51"/>
    <p:sldId id="496" r:id="rId52"/>
    <p:sldId id="497" r:id="rId53"/>
    <p:sldId id="498" r:id="rId54"/>
    <p:sldId id="455" r:id="rId55"/>
    <p:sldId id="507" r:id="rId56"/>
    <p:sldId id="508" r:id="rId57"/>
    <p:sldId id="509" r:id="rId58"/>
    <p:sldId id="510" r:id="rId59"/>
    <p:sldId id="457" r:id="rId60"/>
    <p:sldId id="511" r:id="rId61"/>
    <p:sldId id="512" r:id="rId62"/>
    <p:sldId id="513" r:id="rId63"/>
    <p:sldId id="458" r:id="rId64"/>
    <p:sldId id="459" r:id="rId65"/>
    <p:sldId id="460" r:id="rId66"/>
    <p:sldId id="461" r:id="rId67"/>
    <p:sldId id="514" r:id="rId68"/>
    <p:sldId id="462" r:id="rId69"/>
    <p:sldId id="477" r:id="rId70"/>
    <p:sldId id="463" r:id="rId71"/>
    <p:sldId id="467" r:id="rId72"/>
  </p:sldIdLst>
  <p:sldSz cx="9144000" cy="6858000" type="screen4x3"/>
  <p:notesSz cx="7010400" cy="9296400"/>
  <p:defaultTex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816">
          <p15:clr>
            <a:srgbClr val="A4A3A4"/>
          </p15:clr>
        </p15:guide>
        <p15:guide id="2" pos="4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CCECFF"/>
    <a:srgbClr val="66CCFF"/>
    <a:srgbClr val="CCFFFF"/>
    <a:srgbClr val="F8F8F8"/>
    <a:srgbClr val="EAEAEA"/>
    <a:srgbClr val="CC66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110" autoAdjust="0"/>
    <p:restoredTop sz="76821" autoAdjust="0"/>
  </p:normalViewPr>
  <p:slideViewPr>
    <p:cSldViewPr snapToGrid="0">
      <p:cViewPr varScale="1">
        <p:scale>
          <a:sx n="75" d="100"/>
          <a:sy n="75" d="100"/>
        </p:scale>
        <p:origin x="1690" y="43"/>
      </p:cViewPr>
      <p:guideLst>
        <p:guide orient="horz" pos="816"/>
        <p:guide pos="4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94" d="100"/>
        <a:sy n="94" d="100"/>
      </p:scale>
      <p:origin x="0" y="-9058"/>
    </p:cViewPr>
  </p:sorter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handoutMaster" Target="handoutMasters/handoutMaster1.xml"/><Relationship Id="rId79" Type="http://schemas.microsoft.com/office/2016/11/relationships/changesInfo" Target="changesInfos/changesInfo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notesMaster" Target="notesMasters/notesMaster1.xml"/><Relationship Id="rId78"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S Graduate Portal" userId="11a2f9de-9a00-4ac3-9430-f720d285ba39" providerId="ADAL" clId="{3C9C35A6-72A6-44EC-BE07-56B7E2193D68}"/>
    <pc:docChg chg="modSld">
      <pc:chgData name="CS Graduate Portal" userId="11a2f9de-9a00-4ac3-9430-f720d285ba39" providerId="ADAL" clId="{3C9C35A6-72A6-44EC-BE07-56B7E2193D68}" dt="2026-01-31T09:23:24.569" v="3" actId="729"/>
      <pc:docMkLst>
        <pc:docMk/>
      </pc:docMkLst>
      <pc:sldChg chg="modSp mod">
        <pc:chgData name="CS Graduate Portal" userId="11a2f9de-9a00-4ac3-9430-f720d285ba39" providerId="ADAL" clId="{3C9C35A6-72A6-44EC-BE07-56B7E2193D68}" dt="2026-01-31T08:13:10.105" v="1" actId="20577"/>
        <pc:sldMkLst>
          <pc:docMk/>
          <pc:sldMk cId="0" sldId="330"/>
        </pc:sldMkLst>
        <pc:spChg chg="mod">
          <ac:chgData name="CS Graduate Portal" userId="11a2f9de-9a00-4ac3-9430-f720d285ba39" providerId="ADAL" clId="{3C9C35A6-72A6-44EC-BE07-56B7E2193D68}" dt="2026-01-31T08:13:10.105" v="1" actId="20577"/>
          <ac:spMkLst>
            <pc:docMk/>
            <pc:sldMk cId="0" sldId="330"/>
            <ac:spMk id="5122" creationId="{9BD8569B-4861-4CBE-8902-C2DD5C49C833}"/>
          </ac:spMkLst>
        </pc:spChg>
      </pc:sldChg>
      <pc:sldChg chg="mod modShow">
        <pc:chgData name="CS Graduate Portal" userId="11a2f9de-9a00-4ac3-9430-f720d285ba39" providerId="ADAL" clId="{3C9C35A6-72A6-44EC-BE07-56B7E2193D68}" dt="2026-01-31T09:23:24.569" v="3" actId="729"/>
        <pc:sldMkLst>
          <pc:docMk/>
          <pc:sldMk cId="0" sldId="458"/>
        </pc:sldMkLst>
      </pc:sldChg>
      <pc:sldChg chg="mod modShow">
        <pc:chgData name="CS Graduate Portal" userId="11a2f9de-9a00-4ac3-9430-f720d285ba39" providerId="ADAL" clId="{3C9C35A6-72A6-44EC-BE07-56B7E2193D68}" dt="2026-01-31T09:23:24.569" v="3" actId="729"/>
        <pc:sldMkLst>
          <pc:docMk/>
          <pc:sldMk cId="0" sldId="459"/>
        </pc:sldMkLst>
      </pc:sldChg>
      <pc:sldChg chg="mod modShow">
        <pc:chgData name="CS Graduate Portal" userId="11a2f9de-9a00-4ac3-9430-f720d285ba39" providerId="ADAL" clId="{3C9C35A6-72A6-44EC-BE07-56B7E2193D68}" dt="2026-01-31T09:23:24.569" v="3" actId="729"/>
        <pc:sldMkLst>
          <pc:docMk/>
          <pc:sldMk cId="0" sldId="460"/>
        </pc:sldMkLst>
      </pc:sldChg>
      <pc:sldChg chg="mod modShow">
        <pc:chgData name="CS Graduate Portal" userId="11a2f9de-9a00-4ac3-9430-f720d285ba39" providerId="ADAL" clId="{3C9C35A6-72A6-44EC-BE07-56B7E2193D68}" dt="2026-01-31T09:22:59.748" v="2" actId="729"/>
        <pc:sldMkLst>
          <pc:docMk/>
          <pc:sldMk cId="0" sldId="461"/>
        </pc:sldMkLst>
      </pc:sldChg>
      <pc:sldChg chg="mod modShow">
        <pc:chgData name="CS Graduate Portal" userId="11a2f9de-9a00-4ac3-9430-f720d285ba39" providerId="ADAL" clId="{3C9C35A6-72A6-44EC-BE07-56B7E2193D68}" dt="2026-01-31T09:22:59.748" v="2" actId="729"/>
        <pc:sldMkLst>
          <pc:docMk/>
          <pc:sldMk cId="0" sldId="462"/>
        </pc:sldMkLst>
      </pc:sldChg>
      <pc:sldChg chg="mod modShow">
        <pc:chgData name="CS Graduate Portal" userId="11a2f9de-9a00-4ac3-9430-f720d285ba39" providerId="ADAL" clId="{3C9C35A6-72A6-44EC-BE07-56B7E2193D68}" dt="2026-01-31T09:22:59.748" v="2" actId="729"/>
        <pc:sldMkLst>
          <pc:docMk/>
          <pc:sldMk cId="0" sldId="463"/>
        </pc:sldMkLst>
      </pc:sldChg>
      <pc:sldChg chg="mod modShow">
        <pc:chgData name="CS Graduate Portal" userId="11a2f9de-9a00-4ac3-9430-f720d285ba39" providerId="ADAL" clId="{3C9C35A6-72A6-44EC-BE07-56B7E2193D68}" dt="2026-01-31T09:22:59.748" v="2" actId="729"/>
        <pc:sldMkLst>
          <pc:docMk/>
          <pc:sldMk cId="0" sldId="477"/>
        </pc:sldMkLst>
      </pc:sldChg>
      <pc:sldChg chg="mod modShow">
        <pc:chgData name="CS Graduate Portal" userId="11a2f9de-9a00-4ac3-9430-f720d285ba39" providerId="ADAL" clId="{3C9C35A6-72A6-44EC-BE07-56B7E2193D68}" dt="2026-01-31T09:22:59.748" v="2" actId="729"/>
        <pc:sldMkLst>
          <pc:docMk/>
          <pc:sldMk cId="0" sldId="514"/>
        </pc:sldMkLst>
      </pc:sldChg>
    </pc:docChg>
  </pc:docChgLst>
  <pc:docChgLst>
    <pc:chgData name="CS Graduate Portal" userId="11a2f9de-9a00-4ac3-9430-f720d285ba39" providerId="ADAL" clId="{7557F4BE-9A75-4F68-9F27-7F119A2136BC}"/>
    <pc:docChg chg="custSel modSld">
      <pc:chgData name="CS Graduate Portal" userId="11a2f9de-9a00-4ac3-9430-f720d285ba39" providerId="ADAL" clId="{7557F4BE-9A75-4F68-9F27-7F119A2136BC}" dt="2025-09-18T05:24:55.696" v="49" actId="6549"/>
      <pc:docMkLst>
        <pc:docMk/>
      </pc:docMkLst>
      <pc:sldChg chg="modNotesTx">
        <pc:chgData name="CS Graduate Portal" userId="11a2f9de-9a00-4ac3-9430-f720d285ba39" providerId="ADAL" clId="{7557F4BE-9A75-4F68-9F27-7F119A2136BC}" dt="2025-09-03T07:15:14.231" v="38" actId="20577"/>
        <pc:sldMkLst>
          <pc:docMk/>
          <pc:sldMk cId="0" sldId="436"/>
        </pc:sldMkLst>
      </pc:sldChg>
      <pc:sldChg chg="modNotesTx">
        <pc:chgData name="CS Graduate Portal" userId="11a2f9de-9a00-4ac3-9430-f720d285ba39" providerId="ADAL" clId="{7557F4BE-9A75-4F68-9F27-7F119A2136BC}" dt="2025-09-12T07:57:25.703" v="48" actId="6549"/>
        <pc:sldMkLst>
          <pc:docMk/>
          <pc:sldMk cId="0" sldId="451"/>
        </pc:sldMkLst>
      </pc:sldChg>
      <pc:sldChg chg="modSp mod">
        <pc:chgData name="CS Graduate Portal" userId="11a2f9de-9a00-4ac3-9430-f720d285ba39" providerId="ADAL" clId="{7557F4BE-9A75-4F68-9F27-7F119A2136BC}" dt="2025-09-18T05:24:55.696" v="49" actId="6549"/>
        <pc:sldMkLst>
          <pc:docMk/>
          <pc:sldMk cId="0" sldId="462"/>
        </pc:sldMkLst>
        <pc:spChg chg="mod">
          <ac:chgData name="CS Graduate Portal" userId="11a2f9de-9a00-4ac3-9430-f720d285ba39" providerId="ADAL" clId="{7557F4BE-9A75-4F68-9F27-7F119A2136BC}" dt="2025-09-18T05:24:55.696" v="49" actId="6549"/>
          <ac:spMkLst>
            <pc:docMk/>
            <pc:sldMk cId="0" sldId="462"/>
            <ac:spMk id="126979" creationId="{CDEC6CAE-EDD4-4F10-873D-FB38F22E6965}"/>
          </ac:spMkLst>
        </pc:spChg>
      </pc:sldChg>
      <pc:sldChg chg="modNotesTx">
        <pc:chgData name="CS Graduate Portal" userId="11a2f9de-9a00-4ac3-9430-f720d285ba39" providerId="ADAL" clId="{7557F4BE-9A75-4F68-9F27-7F119A2136BC}" dt="2025-09-03T06:58:41.058" v="36" actId="20577"/>
        <pc:sldMkLst>
          <pc:docMk/>
          <pc:sldMk cId="0" sldId="471"/>
        </pc:sldMkLst>
      </pc:sldChg>
      <pc:sldChg chg="modNotesTx">
        <pc:chgData name="CS Graduate Portal" userId="11a2f9de-9a00-4ac3-9430-f720d285ba39" providerId="ADAL" clId="{7557F4BE-9A75-4F68-9F27-7F119A2136BC}" dt="2025-09-08T04:37:06.107" v="45"/>
        <pc:sldMkLst>
          <pc:docMk/>
          <pc:sldMk cId="0" sldId="477"/>
        </pc:sldMkLst>
      </pc:sldChg>
      <pc:sldChg chg="modSp mod">
        <pc:chgData name="CS Graduate Portal" userId="11a2f9de-9a00-4ac3-9430-f720d285ba39" providerId="ADAL" clId="{7557F4BE-9A75-4F68-9F27-7F119A2136BC}" dt="2025-09-03T09:22:45.274" v="40" actId="313"/>
        <pc:sldMkLst>
          <pc:docMk/>
          <pc:sldMk cId="0" sldId="511"/>
        </pc:sldMkLst>
        <pc:spChg chg="mod">
          <ac:chgData name="CS Graduate Portal" userId="11a2f9de-9a00-4ac3-9430-f720d285ba39" providerId="ADAL" clId="{7557F4BE-9A75-4F68-9F27-7F119A2136BC}" dt="2025-09-03T09:22:45.274" v="40" actId="313"/>
          <ac:spMkLst>
            <pc:docMk/>
            <pc:sldMk cId="0" sldId="511"/>
            <ac:spMk id="111619" creationId="{2C682366-2987-469E-AF71-AD20FF741E0E}"/>
          </ac:spMkLst>
        </pc:spChg>
      </pc:sldChg>
      <pc:sldChg chg="modSp mod">
        <pc:chgData name="CS Graduate Portal" userId="11a2f9de-9a00-4ac3-9430-f720d285ba39" providerId="ADAL" clId="{7557F4BE-9A75-4F68-9F27-7F119A2136BC}" dt="2025-09-03T09:21:09.108" v="39" actId="313"/>
        <pc:sldMkLst>
          <pc:docMk/>
          <pc:sldMk cId="1615924183" sldId="518"/>
        </pc:sldMkLst>
        <pc:spChg chg="mod">
          <ac:chgData name="CS Graduate Portal" userId="11a2f9de-9a00-4ac3-9430-f720d285ba39" providerId="ADAL" clId="{7557F4BE-9A75-4F68-9F27-7F119A2136BC}" dt="2025-09-03T09:21:09.108" v="39" actId="313"/>
          <ac:spMkLst>
            <pc:docMk/>
            <pc:sldMk cId="1615924183" sldId="518"/>
            <ac:spMk id="44035" creationId="{67B9D991-600B-415B-8F62-A95ED2FAF9E0}"/>
          </ac:spMkLst>
        </pc:spChg>
      </pc:sldChg>
    </pc:docChg>
  </pc:docChgLst>
  <pc:docChgLst>
    <pc:chgData name="CS Graduate Portal" userId="11a2f9de-9a00-4ac3-9430-f720d285ba39" providerId="ADAL" clId="{2560CA79-83CD-4BAD-B9B8-8AD86977292B}"/>
    <pc:docChg chg="modSld">
      <pc:chgData name="CS Graduate Portal" userId="11a2f9de-9a00-4ac3-9430-f720d285ba39" providerId="ADAL" clId="{2560CA79-83CD-4BAD-B9B8-8AD86977292B}" dt="2024-09-02T11:44:14.918" v="9" actId="729"/>
      <pc:docMkLst>
        <pc:docMk/>
      </pc:docMkLst>
      <pc:sldChg chg="modSp mod">
        <pc:chgData name="CS Graduate Portal" userId="11a2f9de-9a00-4ac3-9430-f720d285ba39" providerId="ADAL" clId="{2560CA79-83CD-4BAD-B9B8-8AD86977292B}" dt="2024-09-01T14:40:34.022" v="5" actId="400"/>
        <pc:sldMkLst>
          <pc:docMk/>
          <pc:sldMk cId="0" sldId="411"/>
        </pc:sldMkLst>
        <pc:spChg chg="mod">
          <ac:chgData name="CS Graduate Portal" userId="11a2f9de-9a00-4ac3-9430-f720d285ba39" providerId="ADAL" clId="{2560CA79-83CD-4BAD-B9B8-8AD86977292B}" dt="2024-09-01T14:40:34.022" v="5" actId="400"/>
          <ac:spMkLst>
            <pc:docMk/>
            <pc:sldMk cId="0" sldId="411"/>
            <ac:spMk id="7171" creationId="{5C7B4A6B-A9B9-465A-90EA-66F577052347}"/>
          </ac:spMkLst>
        </pc:spChg>
      </pc:sldChg>
      <pc:sldChg chg="modSp mod">
        <pc:chgData name="CS Graduate Portal" userId="11a2f9de-9a00-4ac3-9430-f720d285ba39" providerId="ADAL" clId="{2560CA79-83CD-4BAD-B9B8-8AD86977292B}" dt="2024-09-01T14:40:49.528" v="6" actId="400"/>
        <pc:sldMkLst>
          <pc:docMk/>
          <pc:sldMk cId="0" sldId="412"/>
        </pc:sldMkLst>
        <pc:spChg chg="mod">
          <ac:chgData name="CS Graduate Portal" userId="11a2f9de-9a00-4ac3-9430-f720d285ba39" providerId="ADAL" clId="{2560CA79-83CD-4BAD-B9B8-8AD86977292B}" dt="2024-09-01T14:40:49.528" v="6" actId="400"/>
          <ac:spMkLst>
            <pc:docMk/>
            <pc:sldMk cId="0" sldId="412"/>
            <ac:spMk id="9219" creationId="{A0DD2938-EA4E-48BC-A833-20DE32AC1BFC}"/>
          </ac:spMkLst>
        </pc:spChg>
      </pc:sldChg>
      <pc:sldChg chg="mod modShow">
        <pc:chgData name="CS Graduate Portal" userId="11a2f9de-9a00-4ac3-9430-f720d285ba39" providerId="ADAL" clId="{2560CA79-83CD-4BAD-B9B8-8AD86977292B}" dt="2024-09-02T11:44:02.064" v="8" actId="729"/>
        <pc:sldMkLst>
          <pc:docMk/>
          <pc:sldMk cId="0" sldId="426"/>
        </pc:sldMkLst>
      </pc:sldChg>
      <pc:sldChg chg="mod modShow">
        <pc:chgData name="CS Graduate Portal" userId="11a2f9de-9a00-4ac3-9430-f720d285ba39" providerId="ADAL" clId="{2560CA79-83CD-4BAD-B9B8-8AD86977292B}" dt="2024-09-01T13:35:26.057" v="2" actId="729"/>
        <pc:sldMkLst>
          <pc:docMk/>
          <pc:sldMk cId="0" sldId="435"/>
        </pc:sldMkLst>
      </pc:sldChg>
      <pc:sldChg chg="mod modShow">
        <pc:chgData name="CS Graduate Portal" userId="11a2f9de-9a00-4ac3-9430-f720d285ba39" providerId="ADAL" clId="{2560CA79-83CD-4BAD-B9B8-8AD86977292B}" dt="2024-09-01T14:07:18.744" v="4" actId="729"/>
        <pc:sldMkLst>
          <pc:docMk/>
          <pc:sldMk cId="0" sldId="455"/>
        </pc:sldMkLst>
      </pc:sldChg>
      <pc:sldChg chg="mod modShow">
        <pc:chgData name="CS Graduate Portal" userId="11a2f9de-9a00-4ac3-9430-f720d285ba39" providerId="ADAL" clId="{2560CA79-83CD-4BAD-B9B8-8AD86977292B}" dt="2024-09-01T14:07:18.744" v="4" actId="729"/>
        <pc:sldMkLst>
          <pc:docMk/>
          <pc:sldMk cId="0" sldId="457"/>
        </pc:sldMkLst>
      </pc:sldChg>
      <pc:sldChg chg="mod modShow">
        <pc:chgData name="CS Graduate Portal" userId="11a2f9de-9a00-4ac3-9430-f720d285ba39" providerId="ADAL" clId="{2560CA79-83CD-4BAD-B9B8-8AD86977292B}" dt="2024-09-02T11:43:48.631" v="7" actId="729"/>
        <pc:sldMkLst>
          <pc:docMk/>
          <pc:sldMk cId="0" sldId="469"/>
        </pc:sldMkLst>
      </pc:sldChg>
      <pc:sldChg chg="mod modShow">
        <pc:chgData name="CS Graduate Portal" userId="11a2f9de-9a00-4ac3-9430-f720d285ba39" providerId="ADAL" clId="{2560CA79-83CD-4BAD-B9B8-8AD86977292B}" dt="2024-09-02T11:44:14.918" v="9" actId="729"/>
        <pc:sldMkLst>
          <pc:docMk/>
          <pc:sldMk cId="0" sldId="478"/>
        </pc:sldMkLst>
      </pc:sldChg>
      <pc:sldChg chg="mod modShow">
        <pc:chgData name="CS Graduate Portal" userId="11a2f9de-9a00-4ac3-9430-f720d285ba39" providerId="ADAL" clId="{2560CA79-83CD-4BAD-B9B8-8AD86977292B}" dt="2024-09-01T14:07:18.744" v="4" actId="729"/>
        <pc:sldMkLst>
          <pc:docMk/>
          <pc:sldMk cId="0" sldId="496"/>
        </pc:sldMkLst>
      </pc:sldChg>
      <pc:sldChg chg="mod modShow">
        <pc:chgData name="CS Graduate Portal" userId="11a2f9de-9a00-4ac3-9430-f720d285ba39" providerId="ADAL" clId="{2560CA79-83CD-4BAD-B9B8-8AD86977292B}" dt="2024-09-01T14:07:18.744" v="4" actId="729"/>
        <pc:sldMkLst>
          <pc:docMk/>
          <pc:sldMk cId="0" sldId="497"/>
        </pc:sldMkLst>
      </pc:sldChg>
      <pc:sldChg chg="mod modShow">
        <pc:chgData name="CS Graduate Portal" userId="11a2f9de-9a00-4ac3-9430-f720d285ba39" providerId="ADAL" clId="{2560CA79-83CD-4BAD-B9B8-8AD86977292B}" dt="2024-09-01T14:07:18.744" v="4" actId="729"/>
        <pc:sldMkLst>
          <pc:docMk/>
          <pc:sldMk cId="0" sldId="498"/>
        </pc:sldMkLst>
      </pc:sldChg>
      <pc:sldChg chg="mod modShow">
        <pc:chgData name="CS Graduate Portal" userId="11a2f9de-9a00-4ac3-9430-f720d285ba39" providerId="ADAL" clId="{2560CA79-83CD-4BAD-B9B8-8AD86977292B}" dt="2024-09-01T13:34:07.530" v="1" actId="729"/>
        <pc:sldMkLst>
          <pc:docMk/>
          <pc:sldMk cId="0" sldId="502"/>
        </pc:sldMkLst>
      </pc:sldChg>
      <pc:sldChg chg="mod modShow">
        <pc:chgData name="CS Graduate Portal" userId="11a2f9de-9a00-4ac3-9430-f720d285ba39" providerId="ADAL" clId="{2560CA79-83CD-4BAD-B9B8-8AD86977292B}" dt="2024-09-01T14:07:18.744" v="4" actId="729"/>
        <pc:sldMkLst>
          <pc:docMk/>
          <pc:sldMk cId="0" sldId="507"/>
        </pc:sldMkLst>
      </pc:sldChg>
      <pc:sldChg chg="mod modShow">
        <pc:chgData name="CS Graduate Portal" userId="11a2f9de-9a00-4ac3-9430-f720d285ba39" providerId="ADAL" clId="{2560CA79-83CD-4BAD-B9B8-8AD86977292B}" dt="2024-09-01T14:07:18.744" v="4" actId="729"/>
        <pc:sldMkLst>
          <pc:docMk/>
          <pc:sldMk cId="0" sldId="508"/>
        </pc:sldMkLst>
      </pc:sldChg>
      <pc:sldChg chg="mod modShow">
        <pc:chgData name="CS Graduate Portal" userId="11a2f9de-9a00-4ac3-9430-f720d285ba39" providerId="ADAL" clId="{2560CA79-83CD-4BAD-B9B8-8AD86977292B}" dt="2024-09-01T14:07:18.744" v="4" actId="729"/>
        <pc:sldMkLst>
          <pc:docMk/>
          <pc:sldMk cId="0" sldId="509"/>
        </pc:sldMkLst>
      </pc:sldChg>
      <pc:sldChg chg="mod modShow">
        <pc:chgData name="CS Graduate Portal" userId="11a2f9de-9a00-4ac3-9430-f720d285ba39" providerId="ADAL" clId="{2560CA79-83CD-4BAD-B9B8-8AD86977292B}" dt="2024-09-01T14:07:18.744" v="4" actId="729"/>
        <pc:sldMkLst>
          <pc:docMk/>
          <pc:sldMk cId="0" sldId="510"/>
        </pc:sldMkLst>
      </pc:sldChg>
      <pc:sldChg chg="mod modShow">
        <pc:chgData name="CS Graduate Portal" userId="11a2f9de-9a00-4ac3-9430-f720d285ba39" providerId="ADAL" clId="{2560CA79-83CD-4BAD-B9B8-8AD86977292B}" dt="2024-09-01T13:45:34.664" v="3" actId="729"/>
        <pc:sldMkLst>
          <pc:docMk/>
          <pc:sldMk cId="4189252353" sldId="521"/>
        </pc:sldMkLst>
      </pc:sldChg>
      <pc:sldChg chg="mod modShow">
        <pc:chgData name="CS Graduate Portal" userId="11a2f9de-9a00-4ac3-9430-f720d285ba39" providerId="ADAL" clId="{2560CA79-83CD-4BAD-B9B8-8AD86977292B}" dt="2024-09-01T13:45:34.664" v="3" actId="729"/>
        <pc:sldMkLst>
          <pc:docMk/>
          <pc:sldMk cId="4199346974" sldId="522"/>
        </pc:sldMkLst>
      </pc:sldChg>
      <pc:sldChg chg="mod modShow">
        <pc:chgData name="CS Graduate Portal" userId="11a2f9de-9a00-4ac3-9430-f720d285ba39" providerId="ADAL" clId="{2560CA79-83CD-4BAD-B9B8-8AD86977292B}" dt="2024-09-01T13:45:34.664" v="3" actId="729"/>
        <pc:sldMkLst>
          <pc:docMk/>
          <pc:sldMk cId="2111936658" sldId="523"/>
        </pc:sldMkLst>
      </pc:sldChg>
      <pc:sldChg chg="mod modShow">
        <pc:chgData name="CS Graduate Portal" userId="11a2f9de-9a00-4ac3-9430-f720d285ba39" providerId="ADAL" clId="{2560CA79-83CD-4BAD-B9B8-8AD86977292B}" dt="2024-09-01T13:45:34.664" v="3" actId="729"/>
        <pc:sldMkLst>
          <pc:docMk/>
          <pc:sldMk cId="2964105823" sldId="524"/>
        </pc:sldMkLst>
      </pc:sldChg>
      <pc:sldChg chg="mod modShow">
        <pc:chgData name="CS Graduate Portal" userId="11a2f9de-9a00-4ac3-9430-f720d285ba39" providerId="ADAL" clId="{2560CA79-83CD-4BAD-B9B8-8AD86977292B}" dt="2024-09-01T13:45:34.664" v="3" actId="729"/>
        <pc:sldMkLst>
          <pc:docMk/>
          <pc:sldMk cId="2239292441" sldId="525"/>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7BA12DC8-9922-4E6E-BC02-F6A637672188}"/>
              </a:ext>
            </a:extLst>
          </p:cNvPr>
          <p:cNvSpPr>
            <a:spLocks noGrp="1" noChangeArrowheads="1"/>
          </p:cNvSpPr>
          <p:nvPr>
            <p:ph type="hdr" sz="quarter"/>
          </p:nvPr>
        </p:nvSpPr>
        <p:spPr bwMode="auto">
          <a:xfrm>
            <a:off x="0" y="0"/>
            <a:ext cx="3073400" cy="442913"/>
          </a:xfrm>
          <a:prstGeom prst="rect">
            <a:avLst/>
          </a:prstGeom>
          <a:noFill/>
          <a:ln w="9525">
            <a:noFill/>
            <a:miter lim="800000"/>
            <a:headEnd/>
            <a:tailEnd/>
          </a:ln>
        </p:spPr>
        <p:txBody>
          <a:bodyPr vert="horz" wrap="none" lIns="88254" tIns="44128" rIns="88254" bIns="44128" numCol="1" anchor="ctr" anchorCtr="0" compatLnSpc="1">
            <a:prstTxWarp prst="textNoShape">
              <a:avLst/>
            </a:prstTxWarp>
          </a:bodyPr>
          <a:lstStyle>
            <a:lvl1pPr defTabSz="882650">
              <a:defRPr sz="1100">
                <a:latin typeface="Helvetica" panose="020B0604020202020204" pitchFamily="34" charset="0"/>
              </a:defRPr>
            </a:lvl1pPr>
          </a:lstStyle>
          <a:p>
            <a:pPr>
              <a:defRPr/>
            </a:pPr>
            <a:endParaRPr lang="en-US" altLang="en-US"/>
          </a:p>
        </p:txBody>
      </p:sp>
      <p:sp>
        <p:nvSpPr>
          <p:cNvPr id="46083" name="Rectangle 3">
            <a:extLst>
              <a:ext uri="{FF2B5EF4-FFF2-40B4-BE49-F238E27FC236}">
                <a16:creationId xmlns:a16="http://schemas.microsoft.com/office/drawing/2014/main" id="{6E72947A-FE2E-4445-85D8-C03306D26DD8}"/>
              </a:ext>
            </a:extLst>
          </p:cNvPr>
          <p:cNvSpPr>
            <a:spLocks noGrp="1" noChangeArrowheads="1"/>
          </p:cNvSpPr>
          <p:nvPr>
            <p:ph type="dt" sz="quarter" idx="1"/>
          </p:nvPr>
        </p:nvSpPr>
        <p:spPr bwMode="auto">
          <a:xfrm>
            <a:off x="3951288" y="0"/>
            <a:ext cx="3071812" cy="442913"/>
          </a:xfrm>
          <a:prstGeom prst="rect">
            <a:avLst/>
          </a:prstGeom>
          <a:noFill/>
          <a:ln w="9525">
            <a:noFill/>
            <a:miter lim="800000"/>
            <a:headEnd/>
            <a:tailEnd/>
          </a:ln>
        </p:spPr>
        <p:txBody>
          <a:bodyPr vert="horz" wrap="none" lIns="88254" tIns="44128" rIns="88254" bIns="44128" numCol="1" anchor="ctr" anchorCtr="0" compatLnSpc="1">
            <a:prstTxWarp prst="textNoShape">
              <a:avLst/>
            </a:prstTxWarp>
          </a:bodyPr>
          <a:lstStyle>
            <a:lvl1pPr algn="r" defTabSz="882650">
              <a:defRPr sz="1100">
                <a:latin typeface="Helvetica" panose="020B0604020202020204" pitchFamily="34" charset="0"/>
              </a:defRPr>
            </a:lvl1pPr>
          </a:lstStyle>
          <a:p>
            <a:pPr>
              <a:defRPr/>
            </a:pPr>
            <a:endParaRPr lang="en-US" altLang="en-US"/>
          </a:p>
        </p:txBody>
      </p:sp>
      <p:sp>
        <p:nvSpPr>
          <p:cNvPr id="46084" name="Rectangle 4">
            <a:extLst>
              <a:ext uri="{FF2B5EF4-FFF2-40B4-BE49-F238E27FC236}">
                <a16:creationId xmlns:a16="http://schemas.microsoft.com/office/drawing/2014/main" id="{C64A7CC0-6DD4-4720-82BF-E4908F4AFFA7}"/>
              </a:ext>
            </a:extLst>
          </p:cNvPr>
          <p:cNvSpPr>
            <a:spLocks noGrp="1" noChangeArrowheads="1"/>
          </p:cNvSpPr>
          <p:nvPr>
            <p:ph type="ftr" sz="quarter" idx="2"/>
          </p:nvPr>
        </p:nvSpPr>
        <p:spPr bwMode="auto">
          <a:xfrm>
            <a:off x="0" y="8866188"/>
            <a:ext cx="3073400" cy="442912"/>
          </a:xfrm>
          <a:prstGeom prst="rect">
            <a:avLst/>
          </a:prstGeom>
          <a:noFill/>
          <a:ln w="9525">
            <a:noFill/>
            <a:miter lim="800000"/>
            <a:headEnd/>
            <a:tailEnd/>
          </a:ln>
        </p:spPr>
        <p:txBody>
          <a:bodyPr vert="horz" wrap="none" lIns="88254" tIns="44128" rIns="88254" bIns="44128" numCol="1" anchor="b" anchorCtr="0" compatLnSpc="1">
            <a:prstTxWarp prst="textNoShape">
              <a:avLst/>
            </a:prstTxWarp>
          </a:bodyPr>
          <a:lstStyle>
            <a:lvl1pPr defTabSz="882650">
              <a:defRPr sz="1100">
                <a:latin typeface="Helvetica" panose="020B0604020202020204" pitchFamily="34" charset="0"/>
              </a:defRPr>
            </a:lvl1pPr>
          </a:lstStyle>
          <a:p>
            <a:pPr>
              <a:defRPr/>
            </a:pPr>
            <a:endParaRPr lang="en-US" altLang="en-US"/>
          </a:p>
        </p:txBody>
      </p:sp>
      <p:sp>
        <p:nvSpPr>
          <p:cNvPr id="46085" name="Rectangle 5">
            <a:extLst>
              <a:ext uri="{FF2B5EF4-FFF2-40B4-BE49-F238E27FC236}">
                <a16:creationId xmlns:a16="http://schemas.microsoft.com/office/drawing/2014/main" id="{6BE9BEEC-119C-420C-8C74-AFCA5FA1C4C9}"/>
              </a:ext>
            </a:extLst>
          </p:cNvPr>
          <p:cNvSpPr>
            <a:spLocks noGrp="1" noChangeArrowheads="1"/>
          </p:cNvSpPr>
          <p:nvPr>
            <p:ph type="sldNum" sz="quarter" idx="3"/>
          </p:nvPr>
        </p:nvSpPr>
        <p:spPr bwMode="auto">
          <a:xfrm>
            <a:off x="3951288" y="8866188"/>
            <a:ext cx="3071812" cy="442912"/>
          </a:xfrm>
          <a:prstGeom prst="rect">
            <a:avLst/>
          </a:prstGeom>
          <a:noFill/>
          <a:ln w="9525">
            <a:noFill/>
            <a:miter lim="800000"/>
            <a:headEnd/>
            <a:tailEnd/>
          </a:ln>
        </p:spPr>
        <p:txBody>
          <a:bodyPr vert="horz" wrap="none" lIns="88254" tIns="44128" rIns="88254" bIns="44128" numCol="1" anchor="b" anchorCtr="0" compatLnSpc="1">
            <a:prstTxWarp prst="textNoShape">
              <a:avLst/>
            </a:prstTxWarp>
          </a:bodyPr>
          <a:lstStyle>
            <a:lvl1pPr algn="r" defTabSz="882650">
              <a:defRPr sz="1100">
                <a:latin typeface="Helvetica" charset="0"/>
                <a:ea typeface="MS PGothic" charset="-128"/>
              </a:defRPr>
            </a:lvl1pPr>
          </a:lstStyle>
          <a:p>
            <a:pPr>
              <a:defRPr/>
            </a:pPr>
            <a:fld id="{896B91AD-C34E-4B05-8D9C-1014E5F01E33}" type="slidenum">
              <a:rPr lang="en-US" altLang="x-none"/>
              <a:pPr>
                <a:defRPr/>
              </a:pPr>
              <a:t>‹#›</a:t>
            </a:fld>
            <a:endParaRPr lang="en-US" altLang="x-none"/>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2715B35B-6971-4CC0-B4FB-95B01BCF426E}"/>
              </a:ext>
            </a:extLst>
          </p:cNvPr>
          <p:cNvSpPr>
            <a:spLocks noGrp="1" noChangeArrowheads="1"/>
          </p:cNvSpPr>
          <p:nvPr>
            <p:ph type="hdr" sz="quarter"/>
          </p:nvPr>
        </p:nvSpPr>
        <p:spPr bwMode="auto">
          <a:xfrm>
            <a:off x="0" y="0"/>
            <a:ext cx="3036888" cy="463550"/>
          </a:xfrm>
          <a:prstGeom prst="rect">
            <a:avLst/>
          </a:prstGeom>
          <a:noFill/>
          <a:ln w="9525">
            <a:noFill/>
            <a:miter lim="800000"/>
            <a:headEnd/>
            <a:tailEnd/>
          </a:ln>
        </p:spPr>
        <p:txBody>
          <a:bodyPr vert="horz" wrap="none" lIns="93152" tIns="46576" rIns="93152" bIns="46576" numCol="1" anchor="ctr" anchorCtr="0" compatLnSpc="1">
            <a:prstTxWarp prst="textNoShape">
              <a:avLst/>
            </a:prstTxWarp>
          </a:bodyPr>
          <a:lstStyle>
            <a:lvl1pPr defTabSz="930275">
              <a:defRPr sz="1200">
                <a:latin typeface="Times New Roman" panose="02020603050405020304" pitchFamily="18" charset="0"/>
              </a:defRPr>
            </a:lvl1pPr>
          </a:lstStyle>
          <a:p>
            <a:pPr>
              <a:defRPr/>
            </a:pPr>
            <a:endParaRPr lang="en-US" altLang="en-US"/>
          </a:p>
        </p:txBody>
      </p:sp>
      <p:sp>
        <p:nvSpPr>
          <p:cNvPr id="6147" name="Rectangle 3">
            <a:extLst>
              <a:ext uri="{FF2B5EF4-FFF2-40B4-BE49-F238E27FC236}">
                <a16:creationId xmlns:a16="http://schemas.microsoft.com/office/drawing/2014/main" id="{2A02FF1F-3F52-47A2-B35E-EBB0E228297E}"/>
              </a:ext>
            </a:extLst>
          </p:cNvPr>
          <p:cNvSpPr>
            <a:spLocks noGrp="1" noChangeArrowheads="1"/>
          </p:cNvSpPr>
          <p:nvPr>
            <p:ph type="dt" idx="1"/>
          </p:nvPr>
        </p:nvSpPr>
        <p:spPr bwMode="auto">
          <a:xfrm>
            <a:off x="3973513" y="0"/>
            <a:ext cx="3036887" cy="463550"/>
          </a:xfrm>
          <a:prstGeom prst="rect">
            <a:avLst/>
          </a:prstGeom>
          <a:noFill/>
          <a:ln w="9525">
            <a:noFill/>
            <a:miter lim="800000"/>
            <a:headEnd/>
            <a:tailEnd/>
          </a:ln>
        </p:spPr>
        <p:txBody>
          <a:bodyPr vert="horz" wrap="none" lIns="93152" tIns="46576" rIns="93152" bIns="46576" numCol="1" anchor="ctr" anchorCtr="0" compatLnSpc="1">
            <a:prstTxWarp prst="textNoShape">
              <a:avLst/>
            </a:prstTxWarp>
          </a:bodyPr>
          <a:lstStyle>
            <a:lvl1pPr algn="r" defTabSz="930275">
              <a:defRPr sz="1200">
                <a:latin typeface="Times New Roman" panose="02020603050405020304" pitchFamily="18" charset="0"/>
              </a:defRPr>
            </a:lvl1pPr>
          </a:lstStyle>
          <a:p>
            <a:pPr>
              <a:defRPr/>
            </a:pPr>
            <a:endParaRPr lang="en-US" altLang="en-US"/>
          </a:p>
        </p:txBody>
      </p:sp>
      <p:sp>
        <p:nvSpPr>
          <p:cNvPr id="3076" name="Rectangle 4">
            <a:extLst>
              <a:ext uri="{FF2B5EF4-FFF2-40B4-BE49-F238E27FC236}">
                <a16:creationId xmlns:a16="http://schemas.microsoft.com/office/drawing/2014/main" id="{12612CE7-EF94-4293-9356-A0763F4E73EB}"/>
              </a:ext>
            </a:extLst>
          </p:cNvPr>
          <p:cNvSpPr>
            <a:spLocks noGrp="1" noRot="1" noChangeAspect="1" noChangeArrowheads="1" noTextEdit="1"/>
          </p:cNvSpPr>
          <p:nvPr>
            <p:ph type="sldImg" idx="2"/>
          </p:nvPr>
        </p:nvSpPr>
        <p:spPr bwMode="auto">
          <a:xfrm>
            <a:off x="1182688" y="698500"/>
            <a:ext cx="4646612" cy="34861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9" name="Rectangle 5">
            <a:extLst>
              <a:ext uri="{FF2B5EF4-FFF2-40B4-BE49-F238E27FC236}">
                <a16:creationId xmlns:a16="http://schemas.microsoft.com/office/drawing/2014/main" id="{43BD7482-5C58-44F9-A08E-BFE34494D0D8}"/>
              </a:ext>
            </a:extLst>
          </p:cNvPr>
          <p:cNvSpPr>
            <a:spLocks noGrp="1" noChangeArrowheads="1"/>
          </p:cNvSpPr>
          <p:nvPr>
            <p:ph type="body" sz="quarter" idx="3"/>
          </p:nvPr>
        </p:nvSpPr>
        <p:spPr bwMode="auto">
          <a:xfrm>
            <a:off x="935038" y="4416425"/>
            <a:ext cx="5140325" cy="4181475"/>
          </a:xfrm>
          <a:prstGeom prst="rect">
            <a:avLst/>
          </a:prstGeom>
          <a:noFill/>
          <a:ln w="9525">
            <a:noFill/>
            <a:miter lim="800000"/>
            <a:headEnd/>
            <a:tailEnd/>
          </a:ln>
        </p:spPr>
        <p:txBody>
          <a:bodyPr vert="horz" wrap="none" lIns="93152" tIns="46576" rIns="93152" bIns="46576" numCol="1" anchor="ctr"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150" name="Rectangle 6">
            <a:extLst>
              <a:ext uri="{FF2B5EF4-FFF2-40B4-BE49-F238E27FC236}">
                <a16:creationId xmlns:a16="http://schemas.microsoft.com/office/drawing/2014/main" id="{5AC6369B-F957-4079-90E1-CA217ED505C7}"/>
              </a:ext>
            </a:extLst>
          </p:cNvPr>
          <p:cNvSpPr>
            <a:spLocks noGrp="1" noChangeArrowheads="1"/>
          </p:cNvSpPr>
          <p:nvPr>
            <p:ph type="ftr" sz="quarter" idx="4"/>
          </p:nvPr>
        </p:nvSpPr>
        <p:spPr bwMode="auto">
          <a:xfrm>
            <a:off x="0" y="8832850"/>
            <a:ext cx="3036888" cy="463550"/>
          </a:xfrm>
          <a:prstGeom prst="rect">
            <a:avLst/>
          </a:prstGeom>
          <a:noFill/>
          <a:ln w="9525">
            <a:noFill/>
            <a:miter lim="800000"/>
            <a:headEnd/>
            <a:tailEnd/>
          </a:ln>
        </p:spPr>
        <p:txBody>
          <a:bodyPr vert="horz" wrap="none" lIns="93152" tIns="46576" rIns="93152" bIns="46576" numCol="1" anchor="b" anchorCtr="0" compatLnSpc="1">
            <a:prstTxWarp prst="textNoShape">
              <a:avLst/>
            </a:prstTxWarp>
          </a:bodyPr>
          <a:lstStyle>
            <a:lvl1pPr defTabSz="930275">
              <a:defRPr sz="1200">
                <a:latin typeface="Times New Roman" panose="02020603050405020304" pitchFamily="18" charset="0"/>
              </a:defRPr>
            </a:lvl1pPr>
          </a:lstStyle>
          <a:p>
            <a:pPr>
              <a:defRPr/>
            </a:pPr>
            <a:endParaRPr lang="en-US" altLang="en-US"/>
          </a:p>
        </p:txBody>
      </p:sp>
      <p:sp>
        <p:nvSpPr>
          <p:cNvPr id="6151" name="Rectangle 7">
            <a:extLst>
              <a:ext uri="{FF2B5EF4-FFF2-40B4-BE49-F238E27FC236}">
                <a16:creationId xmlns:a16="http://schemas.microsoft.com/office/drawing/2014/main" id="{D62366FD-3440-43D4-A730-7A55A662E478}"/>
              </a:ext>
            </a:extLst>
          </p:cNvPr>
          <p:cNvSpPr>
            <a:spLocks noGrp="1" noChangeArrowheads="1"/>
          </p:cNvSpPr>
          <p:nvPr>
            <p:ph type="sldNum" sz="quarter" idx="5"/>
          </p:nvPr>
        </p:nvSpPr>
        <p:spPr bwMode="auto">
          <a:xfrm>
            <a:off x="3973513" y="8832850"/>
            <a:ext cx="3036887" cy="463550"/>
          </a:xfrm>
          <a:prstGeom prst="rect">
            <a:avLst/>
          </a:prstGeom>
          <a:noFill/>
          <a:ln w="9525">
            <a:noFill/>
            <a:miter lim="800000"/>
            <a:headEnd/>
            <a:tailEnd/>
          </a:ln>
        </p:spPr>
        <p:txBody>
          <a:bodyPr vert="horz" wrap="none" lIns="93152" tIns="46576" rIns="93152" bIns="46576" numCol="1" anchor="b" anchorCtr="0" compatLnSpc="1">
            <a:prstTxWarp prst="textNoShape">
              <a:avLst/>
            </a:prstTxWarp>
          </a:bodyPr>
          <a:lstStyle>
            <a:lvl1pPr algn="r" defTabSz="930275">
              <a:defRPr sz="1200">
                <a:latin typeface="Times New Roman" charset="0"/>
                <a:ea typeface="MS PGothic" charset="-128"/>
              </a:defRPr>
            </a:lvl1pPr>
          </a:lstStyle>
          <a:p>
            <a:pPr>
              <a:defRPr/>
            </a:pPr>
            <a:fld id="{73B872E8-FDB0-4502-A51A-B7A4A00AC4E7}" type="slidenum">
              <a:rPr lang="en-US" altLang="x-none"/>
              <a:pPr>
                <a:defRPr/>
              </a:pPr>
              <a:t>‹#›</a:t>
            </a:fld>
            <a:endParaRPr lang="en-US" altLang="x-none"/>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charset="0"/>
        <a:ea typeface="MS PGothic" pitchFamily="34" charset="-128"/>
        <a:cs typeface="MS PGothic" panose="020B0600070205080204" pitchFamily="34" charset="-128"/>
      </a:defRPr>
    </a:lvl1pPr>
    <a:lvl2pPr marL="4572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2pPr>
    <a:lvl3pPr marL="9144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3pPr>
    <a:lvl4pPr marL="13716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4pPr>
    <a:lvl5pPr marL="18288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a:extLst>
              <a:ext uri="{FF2B5EF4-FFF2-40B4-BE49-F238E27FC236}">
                <a16:creationId xmlns:a16="http://schemas.microsoft.com/office/drawing/2014/main" id="{CDEF1EC1-A032-4256-A5B8-82331B81B10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688">
              <a:defRPr>
                <a:solidFill>
                  <a:schemeClr val="tx1"/>
                </a:solidFill>
                <a:latin typeface="Verdana" panose="020B0604030504040204" pitchFamily="34" charset="0"/>
                <a:ea typeface="MS PGothic" panose="020B0600070205080204" pitchFamily="34" charset="-128"/>
              </a:defRPr>
            </a:lvl1pPr>
            <a:lvl2pPr marL="742950" indent="-285750" defTabSz="928688">
              <a:defRPr>
                <a:solidFill>
                  <a:schemeClr val="tx1"/>
                </a:solidFill>
                <a:latin typeface="Verdana" panose="020B0604030504040204" pitchFamily="34" charset="0"/>
                <a:ea typeface="MS PGothic" panose="020B0600070205080204" pitchFamily="34" charset="-128"/>
              </a:defRPr>
            </a:lvl2pPr>
            <a:lvl3pPr marL="1143000" indent="-228600" defTabSz="928688">
              <a:defRPr>
                <a:solidFill>
                  <a:schemeClr val="tx1"/>
                </a:solidFill>
                <a:latin typeface="Verdana" panose="020B0604030504040204" pitchFamily="34" charset="0"/>
                <a:ea typeface="MS PGothic" panose="020B0600070205080204" pitchFamily="34" charset="-128"/>
              </a:defRPr>
            </a:lvl3pPr>
            <a:lvl4pPr marL="1600200" indent="-228600" defTabSz="928688">
              <a:defRPr>
                <a:solidFill>
                  <a:schemeClr val="tx1"/>
                </a:solidFill>
                <a:latin typeface="Verdana" panose="020B0604030504040204" pitchFamily="34" charset="0"/>
                <a:ea typeface="MS PGothic" panose="020B0600070205080204" pitchFamily="34" charset="-128"/>
              </a:defRPr>
            </a:lvl4pPr>
            <a:lvl5pPr marL="2057400" indent="-228600" defTabSz="928688">
              <a:defRPr>
                <a:solidFill>
                  <a:schemeClr val="tx1"/>
                </a:solidFill>
                <a:latin typeface="Verdana" panose="020B0604030504040204" pitchFamily="34" charset="0"/>
                <a:ea typeface="MS PGothic" panose="020B0600070205080204" pitchFamily="34" charset="-128"/>
              </a:defRPr>
            </a:lvl5pPr>
            <a:lvl6pPr marL="2514600" indent="-228600" defTabSz="9286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86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86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86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03B6FBBD-AF90-4377-83FA-2F3819AD38A1}" type="slidenum">
              <a:rPr lang="en-US" altLang="en-US" smtClean="0">
                <a:latin typeface="Times New Roman" panose="02020603050405020304" pitchFamily="18" charset="0"/>
              </a:rPr>
              <a:pPr/>
              <a:t>1</a:t>
            </a:fld>
            <a:endParaRPr lang="en-US" altLang="en-US">
              <a:latin typeface="Times New Roman" panose="02020603050405020304" pitchFamily="18" charset="0"/>
            </a:endParaRPr>
          </a:p>
        </p:txBody>
      </p:sp>
      <p:sp>
        <p:nvSpPr>
          <p:cNvPr id="6147" name="Rectangle 2">
            <a:extLst>
              <a:ext uri="{FF2B5EF4-FFF2-40B4-BE49-F238E27FC236}">
                <a16:creationId xmlns:a16="http://schemas.microsoft.com/office/drawing/2014/main" id="{1DCEB876-7853-4EC8-86DE-2233D519AA53}"/>
              </a:ext>
            </a:extLst>
          </p:cNvPr>
          <p:cNvSpPr>
            <a:spLocks noGrp="1" noRot="1" noChangeAspect="1" noChangeArrowheads="1" noTextEdit="1"/>
          </p:cNvSpPr>
          <p:nvPr>
            <p:ph type="sldImg"/>
          </p:nvPr>
        </p:nvSpPr>
        <p:spPr>
          <a:ln/>
        </p:spPr>
      </p:sp>
      <p:sp>
        <p:nvSpPr>
          <p:cNvPr id="6148" name="Rectangle 3">
            <a:extLst>
              <a:ext uri="{FF2B5EF4-FFF2-40B4-BE49-F238E27FC236}">
                <a16:creationId xmlns:a16="http://schemas.microsoft.com/office/drawing/2014/main" id="{1317CDD3-494C-45D9-A8EF-4B0E12327AC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20DF96DF-3F74-4EB3-AA2E-7D9494973AAF}"/>
              </a:ext>
            </a:extLst>
          </p:cNvPr>
          <p:cNvSpPr>
            <a:spLocks noGrp="1" noRot="1" noChangeAspect="1" noChangeArrowheads="1" noTextEdit="1"/>
          </p:cNvSpPr>
          <p:nvPr>
            <p:ph type="sldImg"/>
          </p:nvPr>
        </p:nvSpPr>
        <p:spPr>
          <a:ln/>
        </p:spPr>
      </p:sp>
      <p:sp>
        <p:nvSpPr>
          <p:cNvPr id="8195" name="Rectangle 3">
            <a:extLst>
              <a:ext uri="{FF2B5EF4-FFF2-40B4-BE49-F238E27FC236}">
                <a16:creationId xmlns:a16="http://schemas.microsoft.com/office/drawing/2014/main" id="{E2557FD8-EB60-4E74-935E-C71DFE670FC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FBCFB357-A457-418B-BC82-12A779287133}"/>
              </a:ext>
            </a:extLst>
          </p:cNvPr>
          <p:cNvSpPr>
            <a:spLocks noGrp="1" noRot="1" noChangeAspect="1" noChangeArrowheads="1" noTextEdit="1"/>
          </p:cNvSpPr>
          <p:nvPr>
            <p:ph type="sldImg"/>
          </p:nvPr>
        </p:nvSpPr>
        <p:spPr>
          <a:ln/>
        </p:spPr>
      </p:sp>
      <p:sp>
        <p:nvSpPr>
          <p:cNvPr id="10243" name="Rectangle 3">
            <a:extLst>
              <a:ext uri="{FF2B5EF4-FFF2-40B4-BE49-F238E27FC236}">
                <a16:creationId xmlns:a16="http://schemas.microsoft.com/office/drawing/2014/main" id="{4AC72817-56C5-4C77-BF6F-D63723000CC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4730F164-3563-441D-A2BB-9ECF873C6BAE}"/>
              </a:ext>
            </a:extLst>
          </p:cNvPr>
          <p:cNvSpPr>
            <a:spLocks noGrp="1" noRot="1" noChangeAspect="1" noChangeArrowheads="1" noTextEdit="1"/>
          </p:cNvSpPr>
          <p:nvPr>
            <p:ph type="sldImg"/>
          </p:nvPr>
        </p:nvSpPr>
        <p:spPr>
          <a:ln/>
        </p:spPr>
      </p:sp>
      <p:sp>
        <p:nvSpPr>
          <p:cNvPr id="12291" name="Rectangle 3">
            <a:extLst>
              <a:ext uri="{FF2B5EF4-FFF2-40B4-BE49-F238E27FC236}">
                <a16:creationId xmlns:a16="http://schemas.microsoft.com/office/drawing/2014/main" id="{58081F0E-1362-4F6F-BE70-E88D6BFB0B5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CFB97593-0041-4772-A59B-E780BE22DF40}"/>
              </a:ext>
            </a:extLst>
          </p:cNvPr>
          <p:cNvSpPr>
            <a:spLocks noGrp="1" noRot="1" noChangeAspect="1" noChangeArrowheads="1" noTextEdit="1"/>
          </p:cNvSpPr>
          <p:nvPr>
            <p:ph type="sldImg"/>
          </p:nvPr>
        </p:nvSpPr>
        <p:spPr>
          <a:ln/>
        </p:spPr>
      </p:sp>
      <p:sp>
        <p:nvSpPr>
          <p:cNvPr id="14339" name="Rectangle 3">
            <a:extLst>
              <a:ext uri="{FF2B5EF4-FFF2-40B4-BE49-F238E27FC236}">
                <a16:creationId xmlns:a16="http://schemas.microsoft.com/office/drawing/2014/main" id="{677EF500-B7A4-4BC7-84F3-DC9FCA5B575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655D7E6C-E4BC-4E16-83B1-ED424A35489A}"/>
              </a:ext>
            </a:extLst>
          </p:cNvPr>
          <p:cNvSpPr>
            <a:spLocks noGrp="1" noRot="1" noChangeAspect="1" noChangeArrowheads="1" noTextEdit="1"/>
          </p:cNvSpPr>
          <p:nvPr>
            <p:ph type="sldImg"/>
          </p:nvPr>
        </p:nvSpPr>
        <p:spPr>
          <a:ln/>
        </p:spPr>
      </p:sp>
      <p:sp>
        <p:nvSpPr>
          <p:cNvPr id="16387" name="Rectangle 3">
            <a:extLst>
              <a:ext uri="{FF2B5EF4-FFF2-40B4-BE49-F238E27FC236}">
                <a16:creationId xmlns:a16="http://schemas.microsoft.com/office/drawing/2014/main" id="{96D47F81-B4E3-449F-BAFA-037C2736461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A9F52C5D-9955-47A2-9EA6-38FEB66EF379}"/>
              </a:ext>
            </a:extLst>
          </p:cNvPr>
          <p:cNvSpPr>
            <a:spLocks noGrp="1" noRot="1" noChangeAspect="1" noChangeArrowheads="1" noTextEdit="1"/>
          </p:cNvSpPr>
          <p:nvPr>
            <p:ph type="sldImg"/>
          </p:nvPr>
        </p:nvSpPr>
        <p:spPr>
          <a:ln/>
        </p:spPr>
      </p:sp>
      <p:sp>
        <p:nvSpPr>
          <p:cNvPr id="19459" name="Rectangle 3">
            <a:extLst>
              <a:ext uri="{FF2B5EF4-FFF2-40B4-BE49-F238E27FC236}">
                <a16:creationId xmlns:a16="http://schemas.microsoft.com/office/drawing/2014/main" id="{E6218432-9C5A-4AD0-9E05-B779659723C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042EA566-EA1E-431B-9110-DD679A87E3A9}"/>
              </a:ext>
            </a:extLst>
          </p:cNvPr>
          <p:cNvSpPr>
            <a:spLocks noGrp="1" noRot="1" noChangeAspect="1" noChangeArrowheads="1" noTextEdit="1"/>
          </p:cNvSpPr>
          <p:nvPr>
            <p:ph type="sldImg"/>
          </p:nvPr>
        </p:nvSpPr>
        <p:spPr>
          <a:ln/>
        </p:spPr>
      </p:sp>
      <p:sp>
        <p:nvSpPr>
          <p:cNvPr id="21507" name="Rectangle 3">
            <a:extLst>
              <a:ext uri="{FF2B5EF4-FFF2-40B4-BE49-F238E27FC236}">
                <a16:creationId xmlns:a16="http://schemas.microsoft.com/office/drawing/2014/main" id="{1C1B7D9C-8A76-4C14-A850-8C9DC9F5D5F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DF878B3E-8479-4A7F-B924-0DB8314B2376}"/>
              </a:ext>
            </a:extLst>
          </p:cNvPr>
          <p:cNvSpPr>
            <a:spLocks noGrp="1" noRot="1" noChangeAspect="1" noChangeArrowheads="1" noTextEdit="1"/>
          </p:cNvSpPr>
          <p:nvPr>
            <p:ph type="sldImg"/>
          </p:nvPr>
        </p:nvSpPr>
        <p:spPr>
          <a:ln/>
        </p:spPr>
      </p:sp>
      <p:sp>
        <p:nvSpPr>
          <p:cNvPr id="23555" name="Rectangle 3">
            <a:extLst>
              <a:ext uri="{FF2B5EF4-FFF2-40B4-BE49-F238E27FC236}">
                <a16:creationId xmlns:a16="http://schemas.microsoft.com/office/drawing/2014/main" id="{2282D934-92EA-49D5-A68F-69E0FE53072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59AB2CB0-7084-4003-8F6F-84F247F5EB38}"/>
              </a:ext>
            </a:extLst>
          </p:cNvPr>
          <p:cNvSpPr>
            <a:spLocks noGrp="1" noRot="1" noChangeAspect="1" noChangeArrowheads="1" noTextEdit="1"/>
          </p:cNvSpPr>
          <p:nvPr>
            <p:ph type="sldImg"/>
          </p:nvPr>
        </p:nvSpPr>
        <p:spPr>
          <a:ln/>
        </p:spPr>
      </p:sp>
      <p:sp>
        <p:nvSpPr>
          <p:cNvPr id="25603" name="Rectangle 3">
            <a:extLst>
              <a:ext uri="{FF2B5EF4-FFF2-40B4-BE49-F238E27FC236}">
                <a16:creationId xmlns:a16="http://schemas.microsoft.com/office/drawing/2014/main" id="{6808F682-D9AD-4570-A2CA-1F45861E4D7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3D975521-C031-44A8-80BF-39B38B75F005}"/>
              </a:ext>
            </a:extLst>
          </p:cNvPr>
          <p:cNvSpPr>
            <a:spLocks noGrp="1" noRot="1" noChangeAspect="1" noChangeArrowheads="1" noTextEdit="1"/>
          </p:cNvSpPr>
          <p:nvPr>
            <p:ph type="sldImg"/>
          </p:nvPr>
        </p:nvSpPr>
        <p:spPr>
          <a:ln/>
        </p:spPr>
      </p:sp>
      <p:sp>
        <p:nvSpPr>
          <p:cNvPr id="28675" name="Rectangle 3">
            <a:extLst>
              <a:ext uri="{FF2B5EF4-FFF2-40B4-BE49-F238E27FC236}">
                <a16:creationId xmlns:a16="http://schemas.microsoft.com/office/drawing/2014/main" id="{1A3DECD5-2795-49AC-8BF6-9DFEFF419D7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CBB1EDE5-9E4C-42E1-B87C-545C7237B73A}"/>
              </a:ext>
            </a:extLst>
          </p:cNvPr>
          <p:cNvSpPr>
            <a:spLocks noGrp="1" noRot="1" noChangeAspect="1" noChangeArrowheads="1" noTextEdit="1"/>
          </p:cNvSpPr>
          <p:nvPr>
            <p:ph type="sldImg"/>
          </p:nvPr>
        </p:nvSpPr>
        <p:spPr>
          <a:ln/>
        </p:spPr>
      </p:sp>
      <p:sp>
        <p:nvSpPr>
          <p:cNvPr id="30723" name="Rectangle 3">
            <a:extLst>
              <a:ext uri="{FF2B5EF4-FFF2-40B4-BE49-F238E27FC236}">
                <a16:creationId xmlns:a16="http://schemas.microsoft.com/office/drawing/2014/main" id="{E24A6F99-D8AD-44C9-8834-3BFC2627FED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8A783162-EACC-46A4-B314-BFAA15B50D88}"/>
              </a:ext>
            </a:extLst>
          </p:cNvPr>
          <p:cNvSpPr>
            <a:spLocks noGrp="1" noRot="1" noChangeAspect="1" noChangeArrowheads="1" noTextEdit="1"/>
          </p:cNvSpPr>
          <p:nvPr>
            <p:ph type="sldImg"/>
          </p:nvPr>
        </p:nvSpPr>
        <p:spPr>
          <a:ln/>
        </p:spPr>
      </p:sp>
      <p:sp>
        <p:nvSpPr>
          <p:cNvPr id="32771" name="Rectangle 3">
            <a:extLst>
              <a:ext uri="{FF2B5EF4-FFF2-40B4-BE49-F238E27FC236}">
                <a16:creationId xmlns:a16="http://schemas.microsoft.com/office/drawing/2014/main" id="{FDCB06C7-C4C1-4DF4-AE1C-75C2D1E2FA3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D19DD103-275F-46A0-BEB3-576DC18D62D7}"/>
              </a:ext>
            </a:extLst>
          </p:cNvPr>
          <p:cNvSpPr>
            <a:spLocks noGrp="1" noRot="1" noChangeAspect="1" noChangeArrowheads="1" noTextEdit="1"/>
          </p:cNvSpPr>
          <p:nvPr>
            <p:ph type="sldImg"/>
          </p:nvPr>
        </p:nvSpPr>
        <p:spPr>
          <a:ln/>
        </p:spPr>
      </p:sp>
      <p:sp>
        <p:nvSpPr>
          <p:cNvPr id="34819" name="Rectangle 3">
            <a:extLst>
              <a:ext uri="{FF2B5EF4-FFF2-40B4-BE49-F238E27FC236}">
                <a16:creationId xmlns:a16="http://schemas.microsoft.com/office/drawing/2014/main" id="{E9ADCDDC-7641-41D4-AAB2-2DC5DA9547F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DFCFEC24-8D51-4AAB-8657-81C98775092E}"/>
              </a:ext>
            </a:extLst>
          </p:cNvPr>
          <p:cNvSpPr>
            <a:spLocks noGrp="1" noRot="1" noChangeAspect="1" noChangeArrowheads="1" noTextEdit="1"/>
          </p:cNvSpPr>
          <p:nvPr>
            <p:ph type="sldImg"/>
          </p:nvPr>
        </p:nvSpPr>
        <p:spPr>
          <a:ln/>
        </p:spPr>
      </p:sp>
      <p:sp>
        <p:nvSpPr>
          <p:cNvPr id="36867" name="Rectangle 3">
            <a:extLst>
              <a:ext uri="{FF2B5EF4-FFF2-40B4-BE49-F238E27FC236}">
                <a16:creationId xmlns:a16="http://schemas.microsoft.com/office/drawing/2014/main" id="{4FAB513B-E127-4650-9171-574B0AF722C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040D38BF-69C0-4827-8412-7858C3DF17A1}"/>
              </a:ext>
            </a:extLst>
          </p:cNvPr>
          <p:cNvSpPr>
            <a:spLocks noGrp="1" noRot="1" noChangeAspect="1" noChangeArrowheads="1" noTextEdit="1"/>
          </p:cNvSpPr>
          <p:nvPr>
            <p:ph type="sldImg"/>
          </p:nvPr>
        </p:nvSpPr>
        <p:spPr>
          <a:ln/>
        </p:spPr>
      </p:sp>
      <p:sp>
        <p:nvSpPr>
          <p:cNvPr id="38915" name="Rectangle 3">
            <a:extLst>
              <a:ext uri="{FF2B5EF4-FFF2-40B4-BE49-F238E27FC236}">
                <a16:creationId xmlns:a16="http://schemas.microsoft.com/office/drawing/2014/main" id="{44858F79-C01D-482F-8DDE-C80780DD0A5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9EC96916-1BAE-4A4E-BF94-2604763DB990}"/>
              </a:ext>
            </a:extLst>
          </p:cNvPr>
          <p:cNvSpPr>
            <a:spLocks noGrp="1" noRot="1" noChangeAspect="1" noChangeArrowheads="1" noTextEdit="1"/>
          </p:cNvSpPr>
          <p:nvPr>
            <p:ph type="sldImg"/>
          </p:nvPr>
        </p:nvSpPr>
        <p:spPr>
          <a:ln/>
        </p:spPr>
      </p:sp>
      <p:sp>
        <p:nvSpPr>
          <p:cNvPr id="40963" name="Rectangle 3">
            <a:extLst>
              <a:ext uri="{FF2B5EF4-FFF2-40B4-BE49-F238E27FC236}">
                <a16:creationId xmlns:a16="http://schemas.microsoft.com/office/drawing/2014/main" id="{7FEBB5C8-282F-4906-80B9-C81D7016136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17605DEB-C81B-41F2-ABA8-D21CD717FA7A}"/>
              </a:ext>
            </a:extLst>
          </p:cNvPr>
          <p:cNvSpPr>
            <a:spLocks noGrp="1" noRot="1" noChangeAspect="1" noChangeArrowheads="1" noTextEdit="1"/>
          </p:cNvSpPr>
          <p:nvPr>
            <p:ph type="sldImg"/>
          </p:nvPr>
        </p:nvSpPr>
        <p:spPr>
          <a:ln/>
        </p:spPr>
      </p:sp>
      <p:sp>
        <p:nvSpPr>
          <p:cNvPr id="43011" name="Rectangle 3">
            <a:extLst>
              <a:ext uri="{FF2B5EF4-FFF2-40B4-BE49-F238E27FC236}">
                <a16:creationId xmlns:a16="http://schemas.microsoft.com/office/drawing/2014/main" id="{520811E7-D32E-4B74-9C5E-4F2EBBA715B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CADFF460-F732-4F8E-9BEC-BDC62B69C0FD}"/>
              </a:ext>
            </a:extLst>
          </p:cNvPr>
          <p:cNvSpPr>
            <a:spLocks noGrp="1" noRot="1" noChangeAspect="1" noChangeArrowheads="1" noTextEdit="1"/>
          </p:cNvSpPr>
          <p:nvPr>
            <p:ph type="sldImg"/>
          </p:nvPr>
        </p:nvSpPr>
        <p:spPr>
          <a:ln/>
        </p:spPr>
      </p:sp>
      <p:sp>
        <p:nvSpPr>
          <p:cNvPr id="47107" name="Rectangle 3">
            <a:extLst>
              <a:ext uri="{FF2B5EF4-FFF2-40B4-BE49-F238E27FC236}">
                <a16:creationId xmlns:a16="http://schemas.microsoft.com/office/drawing/2014/main" id="{E427A0BF-8535-41FD-9918-F0C0C2585CD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297FF49F-1D45-469B-875E-F2DC1DDA4D36}"/>
              </a:ext>
            </a:extLst>
          </p:cNvPr>
          <p:cNvSpPr>
            <a:spLocks noGrp="1" noRot="1" noChangeAspect="1" noChangeArrowheads="1" noTextEdit="1"/>
          </p:cNvSpPr>
          <p:nvPr>
            <p:ph type="sldImg"/>
          </p:nvPr>
        </p:nvSpPr>
        <p:spPr>
          <a:ln/>
        </p:spPr>
      </p:sp>
      <p:sp>
        <p:nvSpPr>
          <p:cNvPr id="45059" name="Rectangle 3">
            <a:extLst>
              <a:ext uri="{FF2B5EF4-FFF2-40B4-BE49-F238E27FC236}">
                <a16:creationId xmlns:a16="http://schemas.microsoft.com/office/drawing/2014/main" id="{949FD0D0-FC60-49A7-A825-489FF222CA5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92060608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36C03FFC-61A1-4E2B-BB58-CEF8239A9776}"/>
              </a:ext>
            </a:extLst>
          </p:cNvPr>
          <p:cNvSpPr>
            <a:spLocks noGrp="1" noRot="1" noChangeAspect="1" noChangeArrowheads="1" noTextEdit="1"/>
          </p:cNvSpPr>
          <p:nvPr>
            <p:ph type="sldImg"/>
          </p:nvPr>
        </p:nvSpPr>
        <p:spPr>
          <a:ln/>
        </p:spPr>
      </p:sp>
      <p:sp>
        <p:nvSpPr>
          <p:cNvPr id="49155" name="Rectangle 3">
            <a:extLst>
              <a:ext uri="{FF2B5EF4-FFF2-40B4-BE49-F238E27FC236}">
                <a16:creationId xmlns:a16="http://schemas.microsoft.com/office/drawing/2014/main" id="{E1C4ACA0-7908-4D31-AF21-00AD91730D9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a:extLst>
              <a:ext uri="{FF2B5EF4-FFF2-40B4-BE49-F238E27FC236}">
                <a16:creationId xmlns:a16="http://schemas.microsoft.com/office/drawing/2014/main" id="{74A77185-263F-40EF-B517-050039163EBF}"/>
              </a:ext>
            </a:extLst>
          </p:cNvPr>
          <p:cNvSpPr>
            <a:spLocks noGrp="1" noRot="1" noChangeAspect="1" noChangeArrowheads="1" noTextEdit="1"/>
          </p:cNvSpPr>
          <p:nvPr>
            <p:ph type="sldImg"/>
          </p:nvPr>
        </p:nvSpPr>
        <p:spPr>
          <a:ln/>
        </p:spPr>
      </p:sp>
      <p:sp>
        <p:nvSpPr>
          <p:cNvPr id="51203" name="Rectangle 3">
            <a:extLst>
              <a:ext uri="{FF2B5EF4-FFF2-40B4-BE49-F238E27FC236}">
                <a16:creationId xmlns:a16="http://schemas.microsoft.com/office/drawing/2014/main" id="{93895C72-BFF8-4918-95C2-8FFB7A879F7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a:extLst>
              <a:ext uri="{FF2B5EF4-FFF2-40B4-BE49-F238E27FC236}">
                <a16:creationId xmlns:a16="http://schemas.microsoft.com/office/drawing/2014/main" id="{599F2A1A-F415-4861-9317-8DF50F438DE9}"/>
              </a:ext>
            </a:extLst>
          </p:cNvPr>
          <p:cNvSpPr>
            <a:spLocks noGrp="1" noRot="1" noChangeAspect="1" noChangeArrowheads="1" noTextEdit="1"/>
          </p:cNvSpPr>
          <p:nvPr>
            <p:ph type="sldImg"/>
          </p:nvPr>
        </p:nvSpPr>
        <p:spPr>
          <a:ln/>
        </p:spPr>
      </p:sp>
      <p:sp>
        <p:nvSpPr>
          <p:cNvPr id="53251" name="Rectangle 3">
            <a:extLst>
              <a:ext uri="{FF2B5EF4-FFF2-40B4-BE49-F238E27FC236}">
                <a16:creationId xmlns:a16="http://schemas.microsoft.com/office/drawing/2014/main" id="{68EDBADE-A031-473C-85B2-8404A682002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a:extLst>
              <a:ext uri="{FF2B5EF4-FFF2-40B4-BE49-F238E27FC236}">
                <a16:creationId xmlns:a16="http://schemas.microsoft.com/office/drawing/2014/main" id="{03A7F482-09C8-4234-BA8B-E06C784513B0}"/>
              </a:ext>
            </a:extLst>
          </p:cNvPr>
          <p:cNvSpPr>
            <a:spLocks noGrp="1" noRot="1" noChangeAspect="1" noChangeArrowheads="1" noTextEdit="1"/>
          </p:cNvSpPr>
          <p:nvPr>
            <p:ph type="sldImg"/>
          </p:nvPr>
        </p:nvSpPr>
        <p:spPr>
          <a:ln/>
        </p:spPr>
      </p:sp>
      <p:sp>
        <p:nvSpPr>
          <p:cNvPr id="55299" name="Rectangle 3">
            <a:extLst>
              <a:ext uri="{FF2B5EF4-FFF2-40B4-BE49-F238E27FC236}">
                <a16:creationId xmlns:a16="http://schemas.microsoft.com/office/drawing/2014/main" id="{F97F5174-3BAF-4B1B-846E-3DB7430B29F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 Feature		 | Zombie Process 			| Orphan Process |</a:t>
            </a:r>
          </a:p>
          <a:p>
            <a:r>
              <a:rPr lang="en-US" dirty="0"/>
              <a:t>| :---		 | :--- 				| :--- |</a:t>
            </a:r>
          </a:p>
          <a:p>
            <a:r>
              <a:rPr lang="en-US" dirty="0"/>
              <a:t>| **State** 		| **Terminated** (Dead) 			| **Running** (Alive) |</a:t>
            </a:r>
          </a:p>
          <a:p>
            <a:r>
              <a:rPr lang="en-US" dirty="0"/>
              <a:t>| **Exists because...**	 | Parent has not called `wait()`. 		| Parent died before the child. |</a:t>
            </a:r>
          </a:p>
          <a:p>
            <a:r>
              <a:rPr lang="en-US" dirty="0"/>
              <a:t>| **Problem** 		| Wastes a PID and process table slot.		 | Not inherently a problem. |</a:t>
            </a:r>
          </a:p>
          <a:p>
            <a:r>
              <a:rPr lang="en-US" dirty="0"/>
              <a:t>| **Solution**		 | Parent must call `wait()`.			 | **Kernel solves it automatically** by reparenting to `</a:t>
            </a:r>
            <a:r>
              <a:rPr lang="en-US" dirty="0" err="1"/>
              <a:t>init</a:t>
            </a:r>
            <a:r>
              <a:rPr lang="en-US" dirty="0"/>
              <a:t>`. |</a:t>
            </a:r>
          </a:p>
          <a:p>
            <a:r>
              <a:rPr lang="en-US" dirty="0"/>
              <a:t>| **Final Fate** 	| Reaped when parent finally calls `wait()` or parent dies.	 | Runs normally, then is reaped by `</a:t>
            </a:r>
            <a:r>
              <a:rPr lang="en-US" dirty="0" err="1"/>
              <a:t>init</a:t>
            </a:r>
            <a:r>
              <a:rPr lang="en-US" dirty="0"/>
              <a:t>` when it terminates. |</a:t>
            </a:r>
            <a:endParaRPr lang="en-US" altLang="en-US" dirty="0">
              <a:latin typeface="Times New Roman" panose="02020603050405020304" pitchFamily="18"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a:extLst>
              <a:ext uri="{FF2B5EF4-FFF2-40B4-BE49-F238E27FC236}">
                <a16:creationId xmlns:a16="http://schemas.microsoft.com/office/drawing/2014/main" id="{46F678B6-0AFA-4070-84E8-E0DDD2DCB293}"/>
              </a:ext>
            </a:extLst>
          </p:cNvPr>
          <p:cNvSpPr>
            <a:spLocks noGrp="1" noRot="1" noChangeAspect="1" noChangeArrowheads="1" noTextEdit="1"/>
          </p:cNvSpPr>
          <p:nvPr>
            <p:ph type="sldImg"/>
          </p:nvPr>
        </p:nvSpPr>
        <p:spPr>
          <a:ln/>
        </p:spPr>
      </p:sp>
      <p:sp>
        <p:nvSpPr>
          <p:cNvPr id="58371" name="Rectangle 3">
            <a:extLst>
              <a:ext uri="{FF2B5EF4-FFF2-40B4-BE49-F238E27FC236}">
                <a16:creationId xmlns:a16="http://schemas.microsoft.com/office/drawing/2014/main" id="{607DE2B4-6350-4A16-8897-F8F2804C1A8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a:extLst>
              <a:ext uri="{FF2B5EF4-FFF2-40B4-BE49-F238E27FC236}">
                <a16:creationId xmlns:a16="http://schemas.microsoft.com/office/drawing/2014/main" id="{B8301404-D876-4FA9-9859-EB43354FAFAE}"/>
              </a:ext>
            </a:extLst>
          </p:cNvPr>
          <p:cNvSpPr>
            <a:spLocks noGrp="1" noRot="1" noChangeAspect="1" noChangeArrowheads="1" noTextEdit="1"/>
          </p:cNvSpPr>
          <p:nvPr>
            <p:ph type="sldImg"/>
          </p:nvPr>
        </p:nvSpPr>
        <p:spPr>
          <a:ln/>
        </p:spPr>
      </p:sp>
      <p:sp>
        <p:nvSpPr>
          <p:cNvPr id="60419" name="Rectangle 3">
            <a:extLst>
              <a:ext uri="{FF2B5EF4-FFF2-40B4-BE49-F238E27FC236}">
                <a16:creationId xmlns:a16="http://schemas.microsoft.com/office/drawing/2014/main" id="{EB83674B-F150-4C3E-831A-26B553169AE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a:r>
              <a:rPr lang="en-US" b="1" dirty="0">
                <a:solidFill>
                  <a:srgbClr val="0F1115"/>
                </a:solidFill>
                <a:effectLst/>
                <a:latin typeface="quote-cjk-patch"/>
              </a:rPr>
              <a:t>a) Information Sharing</a:t>
            </a:r>
          </a:p>
          <a:p>
            <a:pPr algn="l"/>
            <a:r>
              <a:rPr lang="en-US" b="0" i="0" dirty="0">
                <a:solidFill>
                  <a:srgbClr val="0F1115"/>
                </a:solidFill>
                <a:effectLst/>
                <a:latin typeface="quote-cjk-patch"/>
              </a:rPr>
              <a:t>Several processes might need access to the same piece of information (e.g., a shared file or database).</a:t>
            </a:r>
          </a:p>
          <a:p>
            <a:pPr algn="l">
              <a:buFont typeface="Arial" panose="020B0604020202020204" pitchFamily="34" charset="0"/>
              <a:buChar char="•"/>
            </a:pPr>
            <a:r>
              <a:rPr lang="en-US" b="1" i="0" dirty="0">
                <a:solidFill>
                  <a:srgbClr val="0F1115"/>
                </a:solidFill>
                <a:effectLst/>
                <a:latin typeface="quote-cjk-patch"/>
              </a:rPr>
              <a:t>Example:</a:t>
            </a:r>
            <a:r>
              <a:rPr lang="en-US" b="0" i="0" dirty="0">
                <a:solidFill>
                  <a:srgbClr val="0F1115"/>
                </a:solidFill>
                <a:effectLst/>
                <a:latin typeface="quote-cjk-patch"/>
              </a:rPr>
              <a:t> A shared online document (like Google Docs). Multiple users' processes are cooperating to read from and write to the same document. The operating system must provide mechanisms to allow controlled, concurrent access to this shared resource to avoid corruption (e.g., one user overwriting another's changes without them appearing).</a:t>
            </a:r>
          </a:p>
          <a:p>
            <a:pPr algn="l"/>
            <a:r>
              <a:rPr lang="en-US" b="1" dirty="0">
                <a:solidFill>
                  <a:srgbClr val="0F1115"/>
                </a:solidFill>
                <a:effectLst/>
                <a:latin typeface="quote-cjk-patch"/>
              </a:rPr>
              <a:t>b) Computation Speedup</a:t>
            </a:r>
          </a:p>
          <a:p>
            <a:pPr algn="l"/>
            <a:r>
              <a:rPr lang="en-US" b="0" i="0" dirty="0">
                <a:solidFill>
                  <a:srgbClr val="0F1115"/>
                </a:solidFill>
                <a:effectLst/>
                <a:latin typeface="quote-cjk-patch"/>
              </a:rPr>
              <a:t>A task can be broken down into smaller subtasks that run in parallel on multiple CPU cores or computers to solve the problem faster.</a:t>
            </a:r>
          </a:p>
          <a:p>
            <a:pPr algn="l">
              <a:buFont typeface="Arial" panose="020B0604020202020204" pitchFamily="34" charset="0"/>
              <a:buChar char="•"/>
            </a:pPr>
            <a:r>
              <a:rPr lang="en-US" b="1" i="0" dirty="0">
                <a:solidFill>
                  <a:srgbClr val="0F1115"/>
                </a:solidFill>
                <a:effectLst/>
                <a:latin typeface="quote-cjk-patch"/>
              </a:rPr>
              <a:t>Example:</a:t>
            </a:r>
            <a:endParaRPr lang="en-US" b="0" i="0" dirty="0">
              <a:solidFill>
                <a:srgbClr val="0F1115"/>
              </a:solidFill>
              <a:effectLst/>
              <a:latin typeface="quote-cjk-patch"/>
            </a:endParaRPr>
          </a:p>
          <a:p>
            <a:pPr marL="742950" lvl="1" indent="-285750" algn="l">
              <a:buFont typeface="Arial" panose="020B0604020202020204" pitchFamily="34" charset="0"/>
              <a:buChar char="•"/>
            </a:pPr>
            <a:r>
              <a:rPr lang="en-US" b="1" i="0" dirty="0">
                <a:solidFill>
                  <a:srgbClr val="0F1115"/>
                </a:solidFill>
                <a:effectLst/>
                <a:latin typeface="quote-cjk-patch"/>
              </a:rPr>
              <a:t>Multicore Systems:</a:t>
            </a:r>
            <a:r>
              <a:rPr lang="en-US" b="0" i="0" dirty="0">
                <a:solidFill>
                  <a:srgbClr val="0F1115"/>
                </a:solidFill>
                <a:effectLst/>
                <a:latin typeface="quote-cjk-patch"/>
              </a:rPr>
              <a:t> Searching for a word in a very large text file. The file can be split into 4 chunks, and 4 separate processes can each search a chunk on a different CPU core. The results are then combined. This is often faster than one process searching the entire file sequentially.</a:t>
            </a:r>
          </a:p>
          <a:p>
            <a:pPr marL="742950" lvl="1" indent="-285750" algn="l">
              <a:buFont typeface="Arial" panose="020B0604020202020204" pitchFamily="34" charset="0"/>
              <a:buChar char="•"/>
            </a:pPr>
            <a:r>
              <a:rPr lang="en-US" b="1" i="0" dirty="0">
                <a:solidFill>
                  <a:srgbClr val="0F1115"/>
                </a:solidFill>
                <a:effectLst/>
                <a:latin typeface="quote-cjk-patch"/>
              </a:rPr>
              <a:t>Distributed Systems:</a:t>
            </a:r>
            <a:r>
              <a:rPr lang="en-US" b="0" i="0" dirty="0">
                <a:solidFill>
                  <a:srgbClr val="0F1115"/>
                </a:solidFill>
                <a:effectLst/>
                <a:latin typeface="quote-cjk-patch"/>
              </a:rPr>
              <a:t> Rendering a complex 3D animation frame for a movie. A "dispatcher" process can send different frames to be rendered by hundreds of individual "renderer" processes running on a cluster of machines.</a:t>
            </a:r>
          </a:p>
          <a:p>
            <a:pPr algn="l"/>
            <a:r>
              <a:rPr lang="en-US" b="1" dirty="0">
                <a:solidFill>
                  <a:srgbClr val="0F1115"/>
                </a:solidFill>
                <a:effectLst/>
                <a:latin typeface="quote-cjk-patch"/>
              </a:rPr>
              <a:t>c) Modularity</a:t>
            </a:r>
          </a:p>
          <a:p>
            <a:pPr algn="l"/>
            <a:r>
              <a:rPr lang="en-US" b="0" i="0" dirty="0">
                <a:solidFill>
                  <a:srgbClr val="0F1115"/>
                </a:solidFill>
                <a:effectLst/>
                <a:latin typeface="quote-cjk-patch"/>
              </a:rPr>
              <a:t>A complex system can be designed as a set of simple, modular, cooperating processes. This is a fundamental principle of good software engineering.</a:t>
            </a:r>
          </a:p>
          <a:p>
            <a:pPr algn="l">
              <a:buFont typeface="Arial" panose="020B0604020202020204" pitchFamily="34" charset="0"/>
              <a:buChar char="•"/>
            </a:pPr>
            <a:r>
              <a:rPr lang="en-US" b="1" i="0" dirty="0">
                <a:solidFill>
                  <a:srgbClr val="0F1115"/>
                </a:solidFill>
                <a:effectLst/>
                <a:latin typeface="quote-cjk-patch"/>
              </a:rPr>
              <a:t>Example:</a:t>
            </a:r>
            <a:r>
              <a:rPr lang="en-US" b="0" i="0" dirty="0">
                <a:solidFill>
                  <a:srgbClr val="0F1115"/>
                </a:solidFill>
                <a:effectLst/>
                <a:latin typeface="quote-cjk-patch"/>
              </a:rPr>
              <a:t> A modern web browser. It doesn't run as one giant process. Instead, it has:</a:t>
            </a:r>
          </a:p>
          <a:p>
            <a:pPr marL="742950" lvl="1" indent="-285750" algn="l">
              <a:buFont typeface="Arial" panose="020B0604020202020204" pitchFamily="34" charset="0"/>
              <a:buChar char="•"/>
            </a:pPr>
            <a:r>
              <a:rPr lang="en-US" b="0" i="0" dirty="0">
                <a:solidFill>
                  <a:srgbClr val="0F1115"/>
                </a:solidFill>
                <a:effectLst/>
                <a:latin typeface="quote-cjk-patch"/>
              </a:rPr>
              <a:t>One process for the main UI (tabs, address bar).</a:t>
            </a:r>
          </a:p>
          <a:p>
            <a:pPr marL="742950" lvl="1" indent="-285750" algn="l">
              <a:buFont typeface="Arial" panose="020B0604020202020204" pitchFamily="34" charset="0"/>
              <a:buChar char="•"/>
            </a:pPr>
            <a:r>
              <a:rPr lang="en-US" b="0" i="0" dirty="0">
                <a:solidFill>
                  <a:srgbClr val="0F1115"/>
                </a:solidFill>
                <a:effectLst/>
                <a:latin typeface="quote-cjk-patch"/>
              </a:rPr>
              <a:t>One process per tab to render web content (for isolation and security).</a:t>
            </a:r>
          </a:p>
          <a:p>
            <a:pPr marL="742950" lvl="1" indent="-285750" algn="l">
              <a:buFont typeface="Arial" panose="020B0604020202020204" pitchFamily="34" charset="0"/>
              <a:buChar char="•"/>
            </a:pPr>
            <a:r>
              <a:rPr lang="en-US" b="0" i="0" dirty="0">
                <a:solidFill>
                  <a:srgbClr val="0F1115"/>
                </a:solidFill>
                <a:effectLst/>
                <a:latin typeface="quote-cjk-patch"/>
              </a:rPr>
              <a:t>A separate process for handling network calls.</a:t>
            </a:r>
          </a:p>
          <a:p>
            <a:pPr marL="742950" lvl="1" indent="-285750" algn="l">
              <a:buFont typeface="Arial" panose="020B0604020202020204" pitchFamily="34" charset="0"/>
              <a:buChar char="•"/>
            </a:pPr>
            <a:r>
              <a:rPr lang="en-US" b="0" i="0" dirty="0">
                <a:solidFill>
                  <a:srgbClr val="0F1115"/>
                </a:solidFill>
                <a:effectLst/>
                <a:latin typeface="quote-cjk-patch"/>
              </a:rPr>
              <a:t>A separate process for browser extensions.</a:t>
            </a:r>
            <a:br>
              <a:rPr lang="en-US" b="0" i="0" dirty="0">
                <a:solidFill>
                  <a:srgbClr val="0F1115"/>
                </a:solidFill>
                <a:effectLst/>
                <a:latin typeface="quote-cjk-patch"/>
              </a:rPr>
            </a:br>
            <a:r>
              <a:rPr lang="en-US" b="0" i="0" dirty="0">
                <a:solidFill>
                  <a:srgbClr val="0F1115"/>
                </a:solidFill>
                <a:effectLst/>
                <a:latin typeface="quote-cjk-patch"/>
              </a:rPr>
              <a:t>If a website in one tab crashes, its process dies, but the main browser and other tabs remain stable.</a:t>
            </a:r>
          </a:p>
          <a:p>
            <a:pPr algn="l"/>
            <a:r>
              <a:rPr lang="en-US" b="1" dirty="0">
                <a:solidFill>
                  <a:srgbClr val="0F1115"/>
                </a:solidFill>
                <a:effectLst/>
                <a:latin typeface="quote-cjk-patch"/>
              </a:rPr>
              <a:t>d) Convenience</a:t>
            </a:r>
          </a:p>
          <a:p>
            <a:pPr algn="l"/>
            <a:r>
              <a:rPr lang="en-US" b="0" i="0" dirty="0">
                <a:solidFill>
                  <a:srgbClr val="0F1115"/>
                </a:solidFill>
                <a:effectLst/>
                <a:latin typeface="quote-cjk-patch"/>
              </a:rPr>
              <a:t>A single user may want to accomplish many tasks at the same time.</a:t>
            </a:r>
          </a:p>
          <a:p>
            <a:pPr algn="l">
              <a:buFont typeface="Arial" panose="020B0604020202020204" pitchFamily="34" charset="0"/>
              <a:buChar char="•"/>
            </a:pPr>
            <a:r>
              <a:rPr lang="en-US" b="1" i="0" dirty="0">
                <a:solidFill>
                  <a:srgbClr val="0F1115"/>
                </a:solidFill>
                <a:effectLst/>
                <a:latin typeface="quote-cjk-patch"/>
              </a:rPr>
              <a:t>Example:</a:t>
            </a:r>
            <a:r>
              <a:rPr lang="en-US" b="0" i="0" dirty="0">
                <a:solidFill>
                  <a:srgbClr val="0F1115"/>
                </a:solidFill>
                <a:effectLst/>
                <a:latin typeface="quote-cjk-patch"/>
              </a:rPr>
              <a:t> A software developer working on a project. They might have:</a:t>
            </a:r>
          </a:p>
          <a:p>
            <a:pPr marL="742950" lvl="1" indent="-285750" algn="l">
              <a:buFont typeface="Arial" panose="020B0604020202020204" pitchFamily="34" charset="0"/>
              <a:buChar char="•"/>
            </a:pPr>
            <a:r>
              <a:rPr lang="en-US" b="0" i="0" dirty="0">
                <a:solidFill>
                  <a:srgbClr val="0F1115"/>
                </a:solidFill>
                <a:effectLst/>
                <a:latin typeface="quote-cjk-patch"/>
              </a:rPr>
              <a:t>A text editor process for writing code.</a:t>
            </a:r>
          </a:p>
          <a:p>
            <a:pPr marL="742950" lvl="1" indent="-285750" algn="l">
              <a:buFont typeface="Arial" panose="020B0604020202020204" pitchFamily="34" charset="0"/>
              <a:buChar char="•"/>
            </a:pPr>
            <a:r>
              <a:rPr lang="en-US" b="0" i="0" dirty="0">
                <a:solidFill>
                  <a:srgbClr val="0F1115"/>
                </a:solidFill>
                <a:effectLst/>
                <a:latin typeface="quote-cjk-patch"/>
              </a:rPr>
              <a:t>A terminal process running a compiler.</a:t>
            </a:r>
          </a:p>
          <a:p>
            <a:pPr marL="742950" lvl="1" indent="-285750" algn="l">
              <a:buFont typeface="Arial" panose="020B0604020202020204" pitchFamily="34" charset="0"/>
              <a:buChar char="•"/>
            </a:pPr>
            <a:r>
              <a:rPr lang="en-US" b="0" i="0" dirty="0">
                <a:solidFill>
                  <a:srgbClr val="0F1115"/>
                </a:solidFill>
                <a:effectLst/>
                <a:latin typeface="quote-cjk-patch"/>
              </a:rPr>
              <a:t>A terminal process running the compiled program.</a:t>
            </a:r>
          </a:p>
          <a:p>
            <a:pPr marL="742950" lvl="1" indent="-285750" algn="l">
              <a:buFont typeface="Arial" panose="020B0604020202020204" pitchFamily="34" charset="0"/>
              <a:buChar char="•"/>
            </a:pPr>
            <a:r>
              <a:rPr lang="en-US" b="0" i="0" dirty="0">
                <a:solidFill>
                  <a:srgbClr val="0F1115"/>
                </a:solidFill>
                <a:effectLst/>
                <a:latin typeface="quote-cjk-patch"/>
              </a:rPr>
              <a:t>A web browser process open for documentation.</a:t>
            </a:r>
            <a:br>
              <a:rPr lang="en-US" b="0" i="0" dirty="0">
                <a:solidFill>
                  <a:srgbClr val="0F1115"/>
                </a:solidFill>
                <a:effectLst/>
                <a:latin typeface="quote-cjk-patch"/>
              </a:rPr>
            </a:br>
            <a:r>
              <a:rPr lang="en-US" b="0" i="0" dirty="0">
                <a:solidFill>
                  <a:srgbClr val="0F1115"/>
                </a:solidFill>
                <a:effectLst/>
                <a:latin typeface="quote-cjk-patch"/>
              </a:rPr>
              <a:t>All these processes are cooperating to achieve the user's single goal: developing software. The user can conveniently switch between them.</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a:extLst>
              <a:ext uri="{FF2B5EF4-FFF2-40B4-BE49-F238E27FC236}">
                <a16:creationId xmlns:a16="http://schemas.microsoft.com/office/drawing/2014/main" id="{34F8BBD9-185E-425D-9763-2A1219F950A1}"/>
              </a:ext>
            </a:extLst>
          </p:cNvPr>
          <p:cNvSpPr>
            <a:spLocks noGrp="1" noRot="1" noChangeAspect="1" noChangeArrowheads="1" noTextEdit="1"/>
          </p:cNvSpPr>
          <p:nvPr>
            <p:ph type="sldImg"/>
          </p:nvPr>
        </p:nvSpPr>
        <p:spPr>
          <a:ln/>
        </p:spPr>
      </p:sp>
      <p:sp>
        <p:nvSpPr>
          <p:cNvPr id="62467" name="Rectangle 3">
            <a:extLst>
              <a:ext uri="{FF2B5EF4-FFF2-40B4-BE49-F238E27FC236}">
                <a16:creationId xmlns:a16="http://schemas.microsoft.com/office/drawing/2014/main" id="{C11B4F24-2CE2-4D89-BDF4-88019FD32B7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a:extLst>
              <a:ext uri="{FF2B5EF4-FFF2-40B4-BE49-F238E27FC236}">
                <a16:creationId xmlns:a16="http://schemas.microsoft.com/office/drawing/2014/main" id="{8254272E-8B5C-40B4-A4EA-B3AC2155864E}"/>
              </a:ext>
            </a:extLst>
          </p:cNvPr>
          <p:cNvSpPr>
            <a:spLocks noGrp="1" noRot="1" noChangeAspect="1" noChangeArrowheads="1" noTextEdit="1"/>
          </p:cNvSpPr>
          <p:nvPr>
            <p:ph type="sldImg"/>
          </p:nvPr>
        </p:nvSpPr>
        <p:spPr>
          <a:ln/>
        </p:spPr>
      </p:sp>
      <p:sp>
        <p:nvSpPr>
          <p:cNvPr id="66563" name="Rectangle 3">
            <a:extLst>
              <a:ext uri="{FF2B5EF4-FFF2-40B4-BE49-F238E27FC236}">
                <a16:creationId xmlns:a16="http://schemas.microsoft.com/office/drawing/2014/main" id="{9D1E1BBA-BF49-429D-819D-3CEAF021F76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7864315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a:extLst>
              <a:ext uri="{FF2B5EF4-FFF2-40B4-BE49-F238E27FC236}">
                <a16:creationId xmlns:a16="http://schemas.microsoft.com/office/drawing/2014/main" id="{8239251B-FC33-4D40-B148-0129E1B72AE4}"/>
              </a:ext>
            </a:extLst>
          </p:cNvPr>
          <p:cNvSpPr>
            <a:spLocks noGrp="1" noRot="1" noChangeAspect="1" noChangeArrowheads="1" noTextEdit="1"/>
          </p:cNvSpPr>
          <p:nvPr>
            <p:ph type="sldImg"/>
          </p:nvPr>
        </p:nvSpPr>
        <p:spPr>
          <a:ln/>
        </p:spPr>
      </p:sp>
      <p:sp>
        <p:nvSpPr>
          <p:cNvPr id="68611" name="Rectangle 3">
            <a:extLst>
              <a:ext uri="{FF2B5EF4-FFF2-40B4-BE49-F238E27FC236}">
                <a16:creationId xmlns:a16="http://schemas.microsoft.com/office/drawing/2014/main" id="{17AC1CC3-87E4-46BB-A172-67B5A6F5F1C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a:extLst>
              <a:ext uri="{FF2B5EF4-FFF2-40B4-BE49-F238E27FC236}">
                <a16:creationId xmlns:a16="http://schemas.microsoft.com/office/drawing/2014/main" id="{9012D2EB-E5CC-432C-AA35-77EFC9F89485}"/>
              </a:ext>
            </a:extLst>
          </p:cNvPr>
          <p:cNvSpPr>
            <a:spLocks noGrp="1" noRot="1" noChangeAspect="1" noChangeArrowheads="1" noTextEdit="1"/>
          </p:cNvSpPr>
          <p:nvPr>
            <p:ph type="sldImg"/>
          </p:nvPr>
        </p:nvSpPr>
        <p:spPr>
          <a:ln/>
        </p:spPr>
      </p:sp>
      <p:sp>
        <p:nvSpPr>
          <p:cNvPr id="70659" name="Rectangle 3">
            <a:extLst>
              <a:ext uri="{FF2B5EF4-FFF2-40B4-BE49-F238E27FC236}">
                <a16:creationId xmlns:a16="http://schemas.microsoft.com/office/drawing/2014/main" id="{03456285-A128-4E7C-BB44-15A078AAE0E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a:extLst>
              <a:ext uri="{FF2B5EF4-FFF2-40B4-BE49-F238E27FC236}">
                <a16:creationId xmlns:a16="http://schemas.microsoft.com/office/drawing/2014/main" id="{0D856385-0064-4BB9-8988-568621472550}"/>
              </a:ext>
            </a:extLst>
          </p:cNvPr>
          <p:cNvSpPr>
            <a:spLocks noGrp="1" noRot="1" noChangeAspect="1" noChangeArrowheads="1" noTextEdit="1"/>
          </p:cNvSpPr>
          <p:nvPr>
            <p:ph type="sldImg"/>
          </p:nvPr>
        </p:nvSpPr>
        <p:spPr>
          <a:ln/>
        </p:spPr>
      </p:sp>
      <p:sp>
        <p:nvSpPr>
          <p:cNvPr id="72707" name="Rectangle 3">
            <a:extLst>
              <a:ext uri="{FF2B5EF4-FFF2-40B4-BE49-F238E27FC236}">
                <a16:creationId xmlns:a16="http://schemas.microsoft.com/office/drawing/2014/main" id="{889C8C6F-0009-4DC3-B43A-17955C7C84B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Times New Roman" panose="02020603050405020304" pitchFamily="18"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a:extLst>
              <a:ext uri="{FF2B5EF4-FFF2-40B4-BE49-F238E27FC236}">
                <a16:creationId xmlns:a16="http://schemas.microsoft.com/office/drawing/2014/main" id="{B49629EB-AB81-479E-8FE7-E7DEFE8390A0}"/>
              </a:ext>
            </a:extLst>
          </p:cNvPr>
          <p:cNvSpPr>
            <a:spLocks noGrp="1" noRot="1" noChangeAspect="1" noChangeArrowheads="1" noTextEdit="1"/>
          </p:cNvSpPr>
          <p:nvPr>
            <p:ph type="sldImg"/>
          </p:nvPr>
        </p:nvSpPr>
        <p:spPr>
          <a:ln/>
        </p:spPr>
      </p:sp>
      <p:sp>
        <p:nvSpPr>
          <p:cNvPr id="74755" name="Rectangle 3">
            <a:extLst>
              <a:ext uri="{FF2B5EF4-FFF2-40B4-BE49-F238E27FC236}">
                <a16:creationId xmlns:a16="http://schemas.microsoft.com/office/drawing/2014/main" id="{F6953B83-564C-41A0-B89B-0BB8D611BFA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Times New Roman" panose="02020603050405020304" pitchFamily="18"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7">
            <a:extLst>
              <a:ext uri="{FF2B5EF4-FFF2-40B4-BE49-F238E27FC236}">
                <a16:creationId xmlns:a16="http://schemas.microsoft.com/office/drawing/2014/main" id="{99320A21-45B3-4D4F-B9F5-FC693444B48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2284F21-9F1A-4F22-8037-297481AD2DC1}" type="slidenum">
              <a:rPr lang="en-US" altLang="en-US" smtClean="0">
                <a:latin typeface="Times New Roman" panose="02020603050405020304" pitchFamily="18" charset="0"/>
              </a:rPr>
              <a:pPr/>
              <a:t>36</a:t>
            </a:fld>
            <a:endParaRPr lang="en-US" altLang="en-US">
              <a:latin typeface="Times New Roman" panose="02020603050405020304" pitchFamily="18" charset="0"/>
            </a:endParaRPr>
          </a:p>
        </p:txBody>
      </p:sp>
      <p:sp>
        <p:nvSpPr>
          <p:cNvPr id="12290" name="Rectangle 2">
            <a:extLst>
              <a:ext uri="{FF2B5EF4-FFF2-40B4-BE49-F238E27FC236}">
                <a16:creationId xmlns:a16="http://schemas.microsoft.com/office/drawing/2014/main" id="{2803AA6F-012E-4DAD-92CC-4E73922564C7}"/>
              </a:ext>
            </a:extLst>
          </p:cNvPr>
          <p:cNvSpPr>
            <a:spLocks noGrp="1" noRot="1" noChangeAspect="1" noChangeArrowheads="1" noTextEdit="1"/>
          </p:cNvSpPr>
          <p:nvPr>
            <p:ph type="sldImg"/>
          </p:nvPr>
        </p:nvSpPr>
        <p:spPr>
          <a:ln/>
        </p:spPr>
      </p:sp>
      <p:sp>
        <p:nvSpPr>
          <p:cNvPr id="12291" name="Rectangle 3">
            <a:extLst>
              <a:ext uri="{FF2B5EF4-FFF2-40B4-BE49-F238E27FC236}">
                <a16:creationId xmlns:a16="http://schemas.microsoft.com/office/drawing/2014/main" id="{E5ACDDC3-7FDA-4C42-9ED7-C404396608D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80853367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7">
            <a:extLst>
              <a:ext uri="{FF2B5EF4-FFF2-40B4-BE49-F238E27FC236}">
                <a16:creationId xmlns:a16="http://schemas.microsoft.com/office/drawing/2014/main" id="{8A1752F3-9769-4F81-A848-54098A15C8A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329CD1A-AE72-4F61-8821-1DA62212AA59}" type="slidenum">
              <a:rPr lang="en-US" altLang="en-US" smtClean="0">
                <a:latin typeface="Times New Roman" panose="02020603050405020304" pitchFamily="18" charset="0"/>
              </a:rPr>
              <a:pPr/>
              <a:t>37</a:t>
            </a:fld>
            <a:endParaRPr lang="en-US" altLang="en-US">
              <a:latin typeface="Times New Roman" panose="02020603050405020304" pitchFamily="18" charset="0"/>
            </a:endParaRPr>
          </a:p>
        </p:txBody>
      </p:sp>
      <p:sp>
        <p:nvSpPr>
          <p:cNvPr id="14338" name="Rectangle 2">
            <a:extLst>
              <a:ext uri="{FF2B5EF4-FFF2-40B4-BE49-F238E27FC236}">
                <a16:creationId xmlns:a16="http://schemas.microsoft.com/office/drawing/2014/main" id="{2831E14A-C331-4555-A8C3-1457C596F42C}"/>
              </a:ext>
            </a:extLst>
          </p:cNvPr>
          <p:cNvSpPr>
            <a:spLocks noGrp="1" noRot="1" noChangeAspect="1" noChangeArrowheads="1" noTextEdit="1"/>
          </p:cNvSpPr>
          <p:nvPr>
            <p:ph type="sldImg"/>
          </p:nvPr>
        </p:nvSpPr>
        <p:spPr>
          <a:ln/>
        </p:spPr>
      </p:sp>
      <p:sp>
        <p:nvSpPr>
          <p:cNvPr id="14339" name="Rectangle 3">
            <a:extLst>
              <a:ext uri="{FF2B5EF4-FFF2-40B4-BE49-F238E27FC236}">
                <a16:creationId xmlns:a16="http://schemas.microsoft.com/office/drawing/2014/main" id="{A0ABAF6A-CE19-4868-B5E3-A38DB65BE4F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59033519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7">
            <a:extLst>
              <a:ext uri="{FF2B5EF4-FFF2-40B4-BE49-F238E27FC236}">
                <a16:creationId xmlns:a16="http://schemas.microsoft.com/office/drawing/2014/main" id="{4D3C1504-DE2D-4887-8827-E09054DAE8C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FBF11701-DA1F-421D-A56C-66611BA250E3}" type="slidenum">
              <a:rPr lang="en-US" altLang="en-US" smtClean="0">
                <a:latin typeface="Times New Roman" panose="02020603050405020304" pitchFamily="18" charset="0"/>
              </a:rPr>
              <a:pPr/>
              <a:t>38</a:t>
            </a:fld>
            <a:endParaRPr lang="en-US" altLang="en-US">
              <a:latin typeface="Times New Roman" panose="02020603050405020304" pitchFamily="18" charset="0"/>
            </a:endParaRPr>
          </a:p>
        </p:txBody>
      </p:sp>
      <p:sp>
        <p:nvSpPr>
          <p:cNvPr id="16386" name="Rectangle 2">
            <a:extLst>
              <a:ext uri="{FF2B5EF4-FFF2-40B4-BE49-F238E27FC236}">
                <a16:creationId xmlns:a16="http://schemas.microsoft.com/office/drawing/2014/main" id="{1F122118-23A7-4491-BF21-7CA9F458BDE5}"/>
              </a:ext>
            </a:extLst>
          </p:cNvPr>
          <p:cNvSpPr>
            <a:spLocks noGrp="1" noRot="1" noChangeAspect="1" noChangeArrowheads="1" noTextEdit="1"/>
          </p:cNvSpPr>
          <p:nvPr>
            <p:ph type="sldImg"/>
          </p:nvPr>
        </p:nvSpPr>
        <p:spPr>
          <a:ln/>
        </p:spPr>
      </p:sp>
      <p:sp>
        <p:nvSpPr>
          <p:cNvPr id="16387" name="Rectangle 3">
            <a:extLst>
              <a:ext uri="{FF2B5EF4-FFF2-40B4-BE49-F238E27FC236}">
                <a16:creationId xmlns:a16="http://schemas.microsoft.com/office/drawing/2014/main" id="{076BB2CE-B3E7-43A0-B4C8-E70E2791BEE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18083996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7">
            <a:extLst>
              <a:ext uri="{FF2B5EF4-FFF2-40B4-BE49-F238E27FC236}">
                <a16:creationId xmlns:a16="http://schemas.microsoft.com/office/drawing/2014/main" id="{B7DE31E6-8C1D-4E43-8FC9-1E2F3766DE6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D4BBD69-54AE-4751-B982-30356D027400}" type="slidenum">
              <a:rPr lang="en-US" altLang="en-US" smtClean="0">
                <a:latin typeface="Times New Roman" panose="02020603050405020304" pitchFamily="18" charset="0"/>
              </a:rPr>
              <a:pPr/>
              <a:t>39</a:t>
            </a:fld>
            <a:endParaRPr lang="en-US" altLang="en-US">
              <a:latin typeface="Times New Roman" panose="02020603050405020304" pitchFamily="18" charset="0"/>
            </a:endParaRPr>
          </a:p>
        </p:txBody>
      </p:sp>
      <p:sp>
        <p:nvSpPr>
          <p:cNvPr id="18434" name="Rectangle 2">
            <a:extLst>
              <a:ext uri="{FF2B5EF4-FFF2-40B4-BE49-F238E27FC236}">
                <a16:creationId xmlns:a16="http://schemas.microsoft.com/office/drawing/2014/main" id="{7E8DB144-017B-4356-8EB3-B56BEAA00FD5}"/>
              </a:ext>
            </a:extLst>
          </p:cNvPr>
          <p:cNvSpPr>
            <a:spLocks noGrp="1" noRot="1" noChangeAspect="1" noChangeArrowheads="1" noTextEdit="1"/>
          </p:cNvSpPr>
          <p:nvPr>
            <p:ph type="sldImg"/>
          </p:nvPr>
        </p:nvSpPr>
        <p:spPr>
          <a:ln/>
        </p:spPr>
      </p:sp>
      <p:sp>
        <p:nvSpPr>
          <p:cNvPr id="18435" name="Rectangle 3">
            <a:extLst>
              <a:ext uri="{FF2B5EF4-FFF2-40B4-BE49-F238E27FC236}">
                <a16:creationId xmlns:a16="http://schemas.microsoft.com/office/drawing/2014/main" id="{8FA50972-E87E-46C7-B77B-BB77C65B2E0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95706345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7">
            <a:extLst>
              <a:ext uri="{FF2B5EF4-FFF2-40B4-BE49-F238E27FC236}">
                <a16:creationId xmlns:a16="http://schemas.microsoft.com/office/drawing/2014/main" id="{B7DE31E6-8C1D-4E43-8FC9-1E2F3766DE6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D4BBD69-54AE-4751-B982-30356D027400}" type="slidenum">
              <a:rPr lang="en-US" altLang="en-US" smtClean="0">
                <a:latin typeface="Times New Roman" panose="02020603050405020304" pitchFamily="18" charset="0"/>
              </a:rPr>
              <a:pPr/>
              <a:t>40</a:t>
            </a:fld>
            <a:endParaRPr lang="en-US" altLang="en-US">
              <a:latin typeface="Times New Roman" panose="02020603050405020304" pitchFamily="18" charset="0"/>
            </a:endParaRPr>
          </a:p>
        </p:txBody>
      </p:sp>
      <p:sp>
        <p:nvSpPr>
          <p:cNvPr id="18434" name="Rectangle 2">
            <a:extLst>
              <a:ext uri="{FF2B5EF4-FFF2-40B4-BE49-F238E27FC236}">
                <a16:creationId xmlns:a16="http://schemas.microsoft.com/office/drawing/2014/main" id="{7E8DB144-017B-4356-8EB3-B56BEAA00FD5}"/>
              </a:ext>
            </a:extLst>
          </p:cNvPr>
          <p:cNvSpPr>
            <a:spLocks noGrp="1" noRot="1" noChangeAspect="1" noChangeArrowheads="1" noTextEdit="1"/>
          </p:cNvSpPr>
          <p:nvPr>
            <p:ph type="sldImg"/>
          </p:nvPr>
        </p:nvSpPr>
        <p:spPr>
          <a:ln/>
        </p:spPr>
      </p:sp>
      <p:sp>
        <p:nvSpPr>
          <p:cNvPr id="18435" name="Rectangle 3">
            <a:extLst>
              <a:ext uri="{FF2B5EF4-FFF2-40B4-BE49-F238E27FC236}">
                <a16:creationId xmlns:a16="http://schemas.microsoft.com/office/drawing/2014/main" id="{8FA50972-E87E-46C7-B77B-BB77C65B2E0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54128727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a:extLst>
              <a:ext uri="{FF2B5EF4-FFF2-40B4-BE49-F238E27FC236}">
                <a16:creationId xmlns:a16="http://schemas.microsoft.com/office/drawing/2014/main" id="{ADE71AF2-BE40-466B-B1D6-529EC4391F00}"/>
              </a:ext>
            </a:extLst>
          </p:cNvPr>
          <p:cNvSpPr>
            <a:spLocks noGrp="1" noRot="1" noChangeAspect="1" noChangeArrowheads="1" noTextEdit="1"/>
          </p:cNvSpPr>
          <p:nvPr>
            <p:ph type="sldImg"/>
          </p:nvPr>
        </p:nvSpPr>
        <p:spPr>
          <a:ln/>
        </p:spPr>
      </p:sp>
      <p:sp>
        <p:nvSpPr>
          <p:cNvPr id="76803" name="Rectangle 3">
            <a:extLst>
              <a:ext uri="{FF2B5EF4-FFF2-40B4-BE49-F238E27FC236}">
                <a16:creationId xmlns:a16="http://schemas.microsoft.com/office/drawing/2014/main" id="{163544B4-63EF-4C2F-8659-49A75C26F2C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a:extLst>
              <a:ext uri="{FF2B5EF4-FFF2-40B4-BE49-F238E27FC236}">
                <a16:creationId xmlns:a16="http://schemas.microsoft.com/office/drawing/2014/main" id="{D66F45FA-B662-4E14-83BC-2CA84F5CF7B6}"/>
              </a:ext>
            </a:extLst>
          </p:cNvPr>
          <p:cNvSpPr>
            <a:spLocks noGrp="1" noRot="1" noChangeAspect="1" noChangeArrowheads="1" noTextEdit="1"/>
          </p:cNvSpPr>
          <p:nvPr>
            <p:ph type="sldImg"/>
          </p:nvPr>
        </p:nvSpPr>
        <p:spPr>
          <a:ln/>
        </p:spPr>
      </p:sp>
      <p:sp>
        <p:nvSpPr>
          <p:cNvPr id="78851" name="Rectangle 3">
            <a:extLst>
              <a:ext uri="{FF2B5EF4-FFF2-40B4-BE49-F238E27FC236}">
                <a16:creationId xmlns:a16="http://schemas.microsoft.com/office/drawing/2014/main" id="{67B2FD97-934F-4AF8-A525-6E87AD2A061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a:extLst>
              <a:ext uri="{FF2B5EF4-FFF2-40B4-BE49-F238E27FC236}">
                <a16:creationId xmlns:a16="http://schemas.microsoft.com/office/drawing/2014/main" id="{9D492BA8-9072-4CF5-A54A-DE5E3CE45ABB}"/>
              </a:ext>
            </a:extLst>
          </p:cNvPr>
          <p:cNvSpPr>
            <a:spLocks noGrp="1" noRot="1" noChangeAspect="1" noChangeArrowheads="1" noTextEdit="1"/>
          </p:cNvSpPr>
          <p:nvPr>
            <p:ph type="sldImg"/>
          </p:nvPr>
        </p:nvSpPr>
        <p:spPr>
          <a:ln/>
        </p:spPr>
      </p:sp>
      <p:sp>
        <p:nvSpPr>
          <p:cNvPr id="80899" name="Rectangle 3">
            <a:extLst>
              <a:ext uri="{FF2B5EF4-FFF2-40B4-BE49-F238E27FC236}">
                <a16:creationId xmlns:a16="http://schemas.microsoft.com/office/drawing/2014/main" id="{43B894CE-C3E8-4116-9227-ABEEFBBE3F8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a:extLst>
              <a:ext uri="{FF2B5EF4-FFF2-40B4-BE49-F238E27FC236}">
                <a16:creationId xmlns:a16="http://schemas.microsoft.com/office/drawing/2014/main" id="{4C8FA0E1-3EB3-4E2B-963D-980FCF3F4D0F}"/>
              </a:ext>
            </a:extLst>
          </p:cNvPr>
          <p:cNvSpPr>
            <a:spLocks noGrp="1" noRot="1" noChangeAspect="1" noChangeArrowheads="1" noTextEdit="1"/>
          </p:cNvSpPr>
          <p:nvPr>
            <p:ph type="sldImg"/>
          </p:nvPr>
        </p:nvSpPr>
        <p:spPr>
          <a:ln/>
        </p:spPr>
      </p:sp>
      <p:sp>
        <p:nvSpPr>
          <p:cNvPr id="82947" name="Rectangle 3">
            <a:extLst>
              <a:ext uri="{FF2B5EF4-FFF2-40B4-BE49-F238E27FC236}">
                <a16:creationId xmlns:a16="http://schemas.microsoft.com/office/drawing/2014/main" id="{23C93D2C-31D7-493E-84F1-0B33AC4A11A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a:extLst>
              <a:ext uri="{FF2B5EF4-FFF2-40B4-BE49-F238E27FC236}">
                <a16:creationId xmlns:a16="http://schemas.microsoft.com/office/drawing/2014/main" id="{A10BBC64-6D22-40D9-8A39-A922F2B55011}"/>
              </a:ext>
            </a:extLst>
          </p:cNvPr>
          <p:cNvSpPr>
            <a:spLocks noGrp="1" noRot="1" noChangeAspect="1" noChangeArrowheads="1" noTextEdit="1"/>
          </p:cNvSpPr>
          <p:nvPr>
            <p:ph type="sldImg"/>
          </p:nvPr>
        </p:nvSpPr>
        <p:spPr>
          <a:ln/>
        </p:spPr>
      </p:sp>
      <p:sp>
        <p:nvSpPr>
          <p:cNvPr id="84995" name="Rectangle 3">
            <a:extLst>
              <a:ext uri="{FF2B5EF4-FFF2-40B4-BE49-F238E27FC236}">
                <a16:creationId xmlns:a16="http://schemas.microsoft.com/office/drawing/2014/main" id="{DEFA5C88-3591-4F38-8DE2-ED780B85BE6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a:extLst>
              <a:ext uri="{FF2B5EF4-FFF2-40B4-BE49-F238E27FC236}">
                <a16:creationId xmlns:a16="http://schemas.microsoft.com/office/drawing/2014/main" id="{EE794A5A-A3D6-4F4A-AC5D-7848682BF0CB}"/>
              </a:ext>
            </a:extLst>
          </p:cNvPr>
          <p:cNvSpPr>
            <a:spLocks noGrp="1" noRot="1" noChangeAspect="1" noChangeArrowheads="1" noTextEdit="1"/>
          </p:cNvSpPr>
          <p:nvPr>
            <p:ph type="sldImg"/>
          </p:nvPr>
        </p:nvSpPr>
        <p:spPr>
          <a:ln/>
        </p:spPr>
      </p:sp>
      <p:sp>
        <p:nvSpPr>
          <p:cNvPr id="87043" name="Rectangle 3">
            <a:extLst>
              <a:ext uri="{FF2B5EF4-FFF2-40B4-BE49-F238E27FC236}">
                <a16:creationId xmlns:a16="http://schemas.microsoft.com/office/drawing/2014/main" id="{51B19849-C4BE-437E-8FA6-62C406FD6A9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a:extLst>
              <a:ext uri="{FF2B5EF4-FFF2-40B4-BE49-F238E27FC236}">
                <a16:creationId xmlns:a16="http://schemas.microsoft.com/office/drawing/2014/main" id="{840D6A5B-2DF8-46AB-99E3-DD4447D91D92}"/>
              </a:ext>
            </a:extLst>
          </p:cNvPr>
          <p:cNvSpPr>
            <a:spLocks noGrp="1" noRot="1" noChangeAspect="1" noChangeArrowheads="1" noTextEdit="1"/>
          </p:cNvSpPr>
          <p:nvPr>
            <p:ph type="sldImg"/>
          </p:nvPr>
        </p:nvSpPr>
        <p:spPr>
          <a:ln/>
        </p:spPr>
      </p:sp>
      <p:sp>
        <p:nvSpPr>
          <p:cNvPr id="89091" name="Rectangle 3">
            <a:extLst>
              <a:ext uri="{FF2B5EF4-FFF2-40B4-BE49-F238E27FC236}">
                <a16:creationId xmlns:a16="http://schemas.microsoft.com/office/drawing/2014/main" id="{643A5627-CB21-4B22-827F-59A9C1902D0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a:extLst>
              <a:ext uri="{FF2B5EF4-FFF2-40B4-BE49-F238E27FC236}">
                <a16:creationId xmlns:a16="http://schemas.microsoft.com/office/drawing/2014/main" id="{7968B1FC-40C0-4209-B546-5BC55506CCE8}"/>
              </a:ext>
            </a:extLst>
          </p:cNvPr>
          <p:cNvSpPr>
            <a:spLocks noGrp="1" noRot="1" noChangeAspect="1" noChangeArrowheads="1" noTextEdit="1"/>
          </p:cNvSpPr>
          <p:nvPr>
            <p:ph type="sldImg"/>
          </p:nvPr>
        </p:nvSpPr>
        <p:spPr>
          <a:ln/>
        </p:spPr>
      </p:sp>
      <p:sp>
        <p:nvSpPr>
          <p:cNvPr id="91139" name="Rectangle 3">
            <a:extLst>
              <a:ext uri="{FF2B5EF4-FFF2-40B4-BE49-F238E27FC236}">
                <a16:creationId xmlns:a16="http://schemas.microsoft.com/office/drawing/2014/main" id="{E1D34BBE-98B7-491C-B523-E80B67BE05C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06194517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a:extLst>
              <a:ext uri="{FF2B5EF4-FFF2-40B4-BE49-F238E27FC236}">
                <a16:creationId xmlns:a16="http://schemas.microsoft.com/office/drawing/2014/main" id="{840D6A5B-2DF8-46AB-99E3-DD4447D91D92}"/>
              </a:ext>
            </a:extLst>
          </p:cNvPr>
          <p:cNvSpPr>
            <a:spLocks noGrp="1" noRot="1" noChangeAspect="1" noChangeArrowheads="1" noTextEdit="1"/>
          </p:cNvSpPr>
          <p:nvPr>
            <p:ph type="sldImg"/>
          </p:nvPr>
        </p:nvSpPr>
        <p:spPr>
          <a:ln/>
        </p:spPr>
      </p:sp>
      <p:sp>
        <p:nvSpPr>
          <p:cNvPr id="89091" name="Rectangle 3">
            <a:extLst>
              <a:ext uri="{FF2B5EF4-FFF2-40B4-BE49-F238E27FC236}">
                <a16:creationId xmlns:a16="http://schemas.microsoft.com/office/drawing/2014/main" id="{643A5627-CB21-4B22-827F-59A9C1902D0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18076735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a:extLst>
              <a:ext uri="{FF2B5EF4-FFF2-40B4-BE49-F238E27FC236}">
                <a16:creationId xmlns:a16="http://schemas.microsoft.com/office/drawing/2014/main" id="{7B3A5B9D-7073-4B04-815D-4C28F8C6294A}"/>
              </a:ext>
            </a:extLst>
          </p:cNvPr>
          <p:cNvSpPr>
            <a:spLocks noGrp="1" noRot="1" noChangeAspect="1" noChangeArrowheads="1" noTextEdit="1"/>
          </p:cNvSpPr>
          <p:nvPr>
            <p:ph type="sldImg"/>
          </p:nvPr>
        </p:nvSpPr>
        <p:spPr>
          <a:ln/>
        </p:spPr>
      </p:sp>
      <p:sp>
        <p:nvSpPr>
          <p:cNvPr id="95235" name="Rectangle 3">
            <a:extLst>
              <a:ext uri="{FF2B5EF4-FFF2-40B4-BE49-F238E27FC236}">
                <a16:creationId xmlns:a16="http://schemas.microsoft.com/office/drawing/2014/main" id="{BC76B9EF-EFF6-4934-98D1-D26E322C1BB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1" dirty="0"/>
              <a:t>1. Zero Capacity (no buffering)</a:t>
            </a:r>
          </a:p>
          <a:p>
            <a:pPr>
              <a:buFont typeface="Arial" panose="020B0604020202020204" pitchFamily="34" charset="0"/>
              <a:buChar char="•"/>
            </a:pPr>
            <a:r>
              <a:rPr lang="en-US" b="1" dirty="0"/>
              <a:t>Definition:</a:t>
            </a:r>
            <a:r>
              <a:rPr lang="en-US" dirty="0"/>
              <a:t> No messages can be stored; the sender must wait until the receiver is ready.</a:t>
            </a:r>
          </a:p>
          <a:p>
            <a:pPr>
              <a:buFont typeface="Arial" panose="020B0604020202020204" pitchFamily="34" charset="0"/>
              <a:buChar char="•"/>
            </a:pPr>
            <a:r>
              <a:rPr lang="en-US" b="1" dirty="0"/>
              <a:t>Example:</a:t>
            </a:r>
            <a:endParaRPr lang="en-US" dirty="0"/>
          </a:p>
          <a:p>
            <a:pPr marL="742950" lvl="1" indent="-285750">
              <a:buFont typeface="Arial" panose="020B0604020202020204" pitchFamily="34" charset="0"/>
              <a:buChar char="•"/>
            </a:pPr>
            <a:r>
              <a:rPr lang="en-US" dirty="0"/>
              <a:t>Telephone call: The caller cannot leave a message; both caller and receiver must be active at the same time.</a:t>
            </a:r>
          </a:p>
          <a:p>
            <a:pPr marL="742950" lvl="1" indent="-285750">
              <a:buFont typeface="Arial" panose="020B0604020202020204" pitchFamily="34" charset="0"/>
              <a:buChar char="•"/>
            </a:pPr>
            <a:r>
              <a:rPr lang="en-US" dirty="0"/>
              <a:t>In programming: send() blocks until receive() is executed (rendezvous).</a:t>
            </a:r>
          </a:p>
          <a:p>
            <a:r>
              <a:rPr lang="en-US" b="1" dirty="0"/>
              <a:t>2. Bounded Capacity (finite buffer)</a:t>
            </a:r>
          </a:p>
          <a:p>
            <a:pPr>
              <a:buFont typeface="Arial" panose="020B0604020202020204" pitchFamily="34" charset="0"/>
              <a:buChar char="•"/>
            </a:pPr>
            <a:r>
              <a:rPr lang="en-US" b="1" dirty="0"/>
              <a:t>Definition:</a:t>
            </a:r>
            <a:r>
              <a:rPr lang="en-US" dirty="0"/>
              <a:t> The buffer can hold up to </a:t>
            </a:r>
            <a:r>
              <a:rPr lang="en-US" i="1" dirty="0"/>
              <a:t>n</a:t>
            </a:r>
            <a:r>
              <a:rPr lang="en-US" dirty="0"/>
              <a:t> messages. Once full, the sender must wait until space is available.</a:t>
            </a:r>
          </a:p>
          <a:p>
            <a:pPr>
              <a:buFont typeface="Arial" panose="020B0604020202020204" pitchFamily="34" charset="0"/>
              <a:buChar char="•"/>
            </a:pPr>
            <a:r>
              <a:rPr lang="en-US" b="1" dirty="0"/>
              <a:t>Example:</a:t>
            </a:r>
            <a:endParaRPr lang="en-US" dirty="0"/>
          </a:p>
          <a:p>
            <a:pPr marL="742950" lvl="1" indent="-285750">
              <a:buFont typeface="Arial" panose="020B0604020202020204" pitchFamily="34" charset="0"/>
              <a:buChar char="•"/>
            </a:pPr>
            <a:r>
              <a:rPr lang="en-US" dirty="0"/>
              <a:t>Printer queue: Can hold, say, 10 print jobs. If full, new print jobs must wait.</a:t>
            </a:r>
          </a:p>
          <a:p>
            <a:pPr marL="742950" lvl="1" indent="-285750">
              <a:buFont typeface="Arial" panose="020B0604020202020204" pitchFamily="34" charset="0"/>
              <a:buChar char="•"/>
            </a:pPr>
            <a:r>
              <a:rPr lang="en-US" dirty="0"/>
              <a:t>In programming: A fixed-size queue (e.g., </a:t>
            </a:r>
            <a:r>
              <a:rPr lang="en-US" dirty="0" err="1"/>
              <a:t>queue.Queue</a:t>
            </a:r>
            <a:r>
              <a:rPr lang="en-US" dirty="0"/>
              <a:t>(</a:t>
            </a:r>
            <a:r>
              <a:rPr lang="en-US" dirty="0" err="1"/>
              <a:t>maxsize</a:t>
            </a:r>
            <a:r>
              <a:rPr lang="en-US" dirty="0"/>
              <a:t>=5) in Python).</a:t>
            </a:r>
          </a:p>
          <a:p>
            <a:r>
              <a:rPr lang="en-US" b="1" dirty="0"/>
              <a:t>3. Unbounded Capacity (infinite buffer)</a:t>
            </a:r>
          </a:p>
          <a:p>
            <a:pPr>
              <a:buFont typeface="Arial" panose="020B0604020202020204" pitchFamily="34" charset="0"/>
              <a:buChar char="•"/>
            </a:pPr>
            <a:r>
              <a:rPr lang="en-US" b="1" dirty="0"/>
              <a:t>Definition:</a:t>
            </a:r>
            <a:r>
              <a:rPr lang="en-US" dirty="0"/>
              <a:t> The buffer can grow indefinitely; the sender never waits.</a:t>
            </a:r>
          </a:p>
          <a:p>
            <a:pPr>
              <a:buFont typeface="Arial" panose="020B0604020202020204" pitchFamily="34" charset="0"/>
              <a:buChar char="•"/>
            </a:pPr>
            <a:r>
              <a:rPr lang="en-US" b="1" dirty="0"/>
              <a:t>Example:</a:t>
            </a:r>
            <a:endParaRPr lang="en-US" dirty="0"/>
          </a:p>
          <a:p>
            <a:pPr marL="742950" lvl="1" indent="-285750">
              <a:buFont typeface="Arial" panose="020B0604020202020204" pitchFamily="34" charset="0"/>
              <a:buChar char="•"/>
            </a:pPr>
            <a:r>
              <a:rPr lang="en-US" dirty="0"/>
              <a:t>Email system: You can keep sending emails regardless of whether the receiver checks them immediately.</a:t>
            </a:r>
          </a:p>
          <a:p>
            <a:pPr marL="742950" lvl="1" indent="-285750">
              <a:buFont typeface="Arial" panose="020B0604020202020204" pitchFamily="34" charset="0"/>
              <a:buChar char="•"/>
            </a:pPr>
            <a:r>
              <a:rPr lang="en-US" dirty="0"/>
              <a:t>In programming: Message queue with dynamic memory allocation (theoretically infinite, but practically limited by system </a:t>
            </a:r>
            <a:r>
              <a:rPr lang="en-US"/>
              <a:t>memory).</a:t>
            </a:r>
            <a:endParaRPr lang="en-US" altLang="en-US" dirty="0">
              <a:latin typeface="Times New Roman" panose="02020603050405020304" pitchFamily="18" charset="0"/>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a:extLst>
              <a:ext uri="{FF2B5EF4-FFF2-40B4-BE49-F238E27FC236}">
                <a16:creationId xmlns:a16="http://schemas.microsoft.com/office/drawing/2014/main" id="{9BD35E56-DD67-4ECB-BD37-13A2B5AEECCF}"/>
              </a:ext>
            </a:extLst>
          </p:cNvPr>
          <p:cNvSpPr>
            <a:spLocks noGrp="1" noRot="1" noChangeAspect="1" noChangeArrowheads="1" noTextEdit="1"/>
          </p:cNvSpPr>
          <p:nvPr>
            <p:ph type="sldImg"/>
          </p:nvPr>
        </p:nvSpPr>
        <p:spPr>
          <a:ln/>
        </p:spPr>
      </p:sp>
      <p:sp>
        <p:nvSpPr>
          <p:cNvPr id="97283" name="Rectangle 3">
            <a:extLst>
              <a:ext uri="{FF2B5EF4-FFF2-40B4-BE49-F238E27FC236}">
                <a16:creationId xmlns:a16="http://schemas.microsoft.com/office/drawing/2014/main" id="{671B6D1F-21BA-45DA-B276-24F324AE8A2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a:extLst>
              <a:ext uri="{FF2B5EF4-FFF2-40B4-BE49-F238E27FC236}">
                <a16:creationId xmlns:a16="http://schemas.microsoft.com/office/drawing/2014/main" id="{2138AA6B-8B83-46B1-9A6E-00FA4154E850}"/>
              </a:ext>
            </a:extLst>
          </p:cNvPr>
          <p:cNvSpPr>
            <a:spLocks noGrp="1" noRot="1" noChangeAspect="1" noChangeArrowheads="1" noTextEdit="1"/>
          </p:cNvSpPr>
          <p:nvPr>
            <p:ph type="sldImg"/>
          </p:nvPr>
        </p:nvSpPr>
        <p:spPr>
          <a:ln/>
        </p:spPr>
      </p:sp>
      <p:sp>
        <p:nvSpPr>
          <p:cNvPr id="99331" name="Rectangle 3">
            <a:extLst>
              <a:ext uri="{FF2B5EF4-FFF2-40B4-BE49-F238E27FC236}">
                <a16:creationId xmlns:a16="http://schemas.microsoft.com/office/drawing/2014/main" id="{8F978D44-4AC2-455B-BA58-C9B7F48E19A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a:extLst>
              <a:ext uri="{FF2B5EF4-FFF2-40B4-BE49-F238E27FC236}">
                <a16:creationId xmlns:a16="http://schemas.microsoft.com/office/drawing/2014/main" id="{E6962208-A29D-4A10-9198-5929731D8BF1}"/>
              </a:ext>
            </a:extLst>
          </p:cNvPr>
          <p:cNvSpPr>
            <a:spLocks noGrp="1" noRot="1" noChangeAspect="1" noChangeArrowheads="1" noTextEdit="1"/>
          </p:cNvSpPr>
          <p:nvPr>
            <p:ph type="sldImg"/>
          </p:nvPr>
        </p:nvSpPr>
        <p:spPr>
          <a:ln/>
        </p:spPr>
      </p:sp>
      <p:sp>
        <p:nvSpPr>
          <p:cNvPr id="101379" name="Rectangle 3">
            <a:extLst>
              <a:ext uri="{FF2B5EF4-FFF2-40B4-BE49-F238E27FC236}">
                <a16:creationId xmlns:a16="http://schemas.microsoft.com/office/drawing/2014/main" id="{BDBB8E9B-EDCD-470E-8881-2446C348896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a:extLst>
              <a:ext uri="{FF2B5EF4-FFF2-40B4-BE49-F238E27FC236}">
                <a16:creationId xmlns:a16="http://schemas.microsoft.com/office/drawing/2014/main" id="{459F42AB-B2FE-430D-B9BB-6A59FD8514A4}"/>
              </a:ext>
            </a:extLst>
          </p:cNvPr>
          <p:cNvSpPr>
            <a:spLocks noGrp="1" noRot="1" noChangeAspect="1" noChangeArrowheads="1" noTextEdit="1"/>
          </p:cNvSpPr>
          <p:nvPr>
            <p:ph type="sldImg"/>
          </p:nvPr>
        </p:nvSpPr>
        <p:spPr>
          <a:ln/>
        </p:spPr>
      </p:sp>
      <p:sp>
        <p:nvSpPr>
          <p:cNvPr id="103427" name="Rectangle 3">
            <a:extLst>
              <a:ext uri="{FF2B5EF4-FFF2-40B4-BE49-F238E27FC236}">
                <a16:creationId xmlns:a16="http://schemas.microsoft.com/office/drawing/2014/main" id="{6AA9600B-65A8-48A0-AEBE-270116A22D0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a:extLst>
              <a:ext uri="{FF2B5EF4-FFF2-40B4-BE49-F238E27FC236}">
                <a16:creationId xmlns:a16="http://schemas.microsoft.com/office/drawing/2014/main" id="{9AF59525-78E1-4DD8-A170-40C6713E65FA}"/>
              </a:ext>
            </a:extLst>
          </p:cNvPr>
          <p:cNvSpPr>
            <a:spLocks noGrp="1" noRot="1" noChangeAspect="1" noChangeArrowheads="1" noTextEdit="1"/>
          </p:cNvSpPr>
          <p:nvPr>
            <p:ph type="sldImg"/>
          </p:nvPr>
        </p:nvSpPr>
        <p:spPr>
          <a:ln/>
        </p:spPr>
      </p:sp>
      <p:sp>
        <p:nvSpPr>
          <p:cNvPr id="108547" name="Rectangle 3">
            <a:extLst>
              <a:ext uri="{FF2B5EF4-FFF2-40B4-BE49-F238E27FC236}">
                <a16:creationId xmlns:a16="http://schemas.microsoft.com/office/drawing/2014/main" id="{63C1A84E-D626-48F7-9E90-4ECA8C9E4F4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a:extLst>
              <a:ext uri="{FF2B5EF4-FFF2-40B4-BE49-F238E27FC236}">
                <a16:creationId xmlns:a16="http://schemas.microsoft.com/office/drawing/2014/main" id="{CB6525D0-C6FC-4582-B2A0-7ABC03968879}"/>
              </a:ext>
            </a:extLst>
          </p:cNvPr>
          <p:cNvSpPr>
            <a:spLocks noGrp="1" noRot="1" noChangeAspect="1" noChangeArrowheads="1" noTextEdit="1"/>
          </p:cNvSpPr>
          <p:nvPr>
            <p:ph type="sldImg"/>
          </p:nvPr>
        </p:nvSpPr>
        <p:spPr>
          <a:ln/>
        </p:spPr>
      </p:sp>
      <p:sp>
        <p:nvSpPr>
          <p:cNvPr id="110595" name="Rectangle 3">
            <a:extLst>
              <a:ext uri="{FF2B5EF4-FFF2-40B4-BE49-F238E27FC236}">
                <a16:creationId xmlns:a16="http://schemas.microsoft.com/office/drawing/2014/main" id="{866B3374-7828-4D2F-A3CB-4C44E319D1F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a:extLst>
              <a:ext uri="{FF2B5EF4-FFF2-40B4-BE49-F238E27FC236}">
                <a16:creationId xmlns:a16="http://schemas.microsoft.com/office/drawing/2014/main" id="{4346804A-C554-4977-937C-189AD5B0D8CC}"/>
              </a:ext>
            </a:extLst>
          </p:cNvPr>
          <p:cNvSpPr>
            <a:spLocks noGrp="1" noRot="1" noChangeAspect="1" noChangeArrowheads="1" noTextEdit="1"/>
          </p:cNvSpPr>
          <p:nvPr>
            <p:ph type="sldImg"/>
          </p:nvPr>
        </p:nvSpPr>
        <p:spPr>
          <a:ln/>
        </p:spPr>
      </p:sp>
      <p:sp>
        <p:nvSpPr>
          <p:cNvPr id="112643" name="Rectangle 3">
            <a:extLst>
              <a:ext uri="{FF2B5EF4-FFF2-40B4-BE49-F238E27FC236}">
                <a16:creationId xmlns:a16="http://schemas.microsoft.com/office/drawing/2014/main" id="{96DEE86A-65F8-40A4-9764-1414407722B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a:extLst>
              <a:ext uri="{FF2B5EF4-FFF2-40B4-BE49-F238E27FC236}">
                <a16:creationId xmlns:a16="http://schemas.microsoft.com/office/drawing/2014/main" id="{82C699AE-42EF-4ED2-8387-CB52FD55731C}"/>
              </a:ext>
            </a:extLst>
          </p:cNvPr>
          <p:cNvSpPr>
            <a:spLocks noGrp="1" noRot="1" noChangeAspect="1" noChangeArrowheads="1" noTextEdit="1"/>
          </p:cNvSpPr>
          <p:nvPr>
            <p:ph type="sldImg"/>
          </p:nvPr>
        </p:nvSpPr>
        <p:spPr>
          <a:ln/>
        </p:spPr>
      </p:sp>
      <p:sp>
        <p:nvSpPr>
          <p:cNvPr id="114691" name="Rectangle 3">
            <a:extLst>
              <a:ext uri="{FF2B5EF4-FFF2-40B4-BE49-F238E27FC236}">
                <a16:creationId xmlns:a16="http://schemas.microsoft.com/office/drawing/2014/main" id="{07CC3844-787A-4A53-A206-0A1C333628E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a:extLst>
              <a:ext uri="{FF2B5EF4-FFF2-40B4-BE49-F238E27FC236}">
                <a16:creationId xmlns:a16="http://schemas.microsoft.com/office/drawing/2014/main" id="{454A392F-FA1E-4AA5-9D5A-3DF2596D7624}"/>
              </a:ext>
            </a:extLst>
          </p:cNvPr>
          <p:cNvSpPr>
            <a:spLocks noGrp="1" noRot="1" noChangeAspect="1" noChangeArrowheads="1" noTextEdit="1"/>
          </p:cNvSpPr>
          <p:nvPr>
            <p:ph type="sldImg"/>
          </p:nvPr>
        </p:nvSpPr>
        <p:spPr>
          <a:ln/>
        </p:spPr>
      </p:sp>
      <p:sp>
        <p:nvSpPr>
          <p:cNvPr id="116739" name="Rectangle 3">
            <a:extLst>
              <a:ext uri="{FF2B5EF4-FFF2-40B4-BE49-F238E27FC236}">
                <a16:creationId xmlns:a16="http://schemas.microsoft.com/office/drawing/2014/main" id="{07B613B1-0A3B-4DB4-B957-B63CB6628D3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2">
            <a:extLst>
              <a:ext uri="{FF2B5EF4-FFF2-40B4-BE49-F238E27FC236}">
                <a16:creationId xmlns:a16="http://schemas.microsoft.com/office/drawing/2014/main" id="{3029FECB-27E2-4224-86B6-18EB5F828FA3}"/>
              </a:ext>
            </a:extLst>
          </p:cNvPr>
          <p:cNvSpPr>
            <a:spLocks noGrp="1" noRot="1" noChangeAspect="1" noChangeArrowheads="1" noTextEdit="1"/>
          </p:cNvSpPr>
          <p:nvPr>
            <p:ph type="sldImg"/>
          </p:nvPr>
        </p:nvSpPr>
        <p:spPr>
          <a:ln/>
        </p:spPr>
      </p:sp>
      <p:sp>
        <p:nvSpPr>
          <p:cNvPr id="118787" name="Rectangle 3">
            <a:extLst>
              <a:ext uri="{FF2B5EF4-FFF2-40B4-BE49-F238E27FC236}">
                <a16:creationId xmlns:a16="http://schemas.microsoft.com/office/drawing/2014/main" id="{9BD96AFF-203C-437E-94F6-276A8EF05FD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2">
            <a:extLst>
              <a:ext uri="{FF2B5EF4-FFF2-40B4-BE49-F238E27FC236}">
                <a16:creationId xmlns:a16="http://schemas.microsoft.com/office/drawing/2014/main" id="{A79B685D-D33A-4C9E-AEC1-D2DFA67D0001}"/>
              </a:ext>
            </a:extLst>
          </p:cNvPr>
          <p:cNvSpPr>
            <a:spLocks noGrp="1" noRot="1" noChangeAspect="1" noChangeArrowheads="1" noTextEdit="1"/>
          </p:cNvSpPr>
          <p:nvPr>
            <p:ph type="sldImg"/>
          </p:nvPr>
        </p:nvSpPr>
        <p:spPr>
          <a:ln/>
        </p:spPr>
      </p:sp>
      <p:sp>
        <p:nvSpPr>
          <p:cNvPr id="120835" name="Rectangle 3">
            <a:extLst>
              <a:ext uri="{FF2B5EF4-FFF2-40B4-BE49-F238E27FC236}">
                <a16:creationId xmlns:a16="http://schemas.microsoft.com/office/drawing/2014/main" id="{BCEEA52D-F721-4D9B-9317-6AD73159E31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2">
            <a:extLst>
              <a:ext uri="{FF2B5EF4-FFF2-40B4-BE49-F238E27FC236}">
                <a16:creationId xmlns:a16="http://schemas.microsoft.com/office/drawing/2014/main" id="{8FA0F68A-BCAA-45B1-A89C-BCD5C5E6EBC1}"/>
              </a:ext>
            </a:extLst>
          </p:cNvPr>
          <p:cNvSpPr>
            <a:spLocks noGrp="1" noRot="1" noChangeAspect="1" noChangeArrowheads="1" noTextEdit="1"/>
          </p:cNvSpPr>
          <p:nvPr>
            <p:ph type="sldImg"/>
          </p:nvPr>
        </p:nvSpPr>
        <p:spPr>
          <a:ln/>
        </p:spPr>
      </p:sp>
      <p:sp>
        <p:nvSpPr>
          <p:cNvPr id="122883" name="Rectangle 3">
            <a:extLst>
              <a:ext uri="{FF2B5EF4-FFF2-40B4-BE49-F238E27FC236}">
                <a16:creationId xmlns:a16="http://schemas.microsoft.com/office/drawing/2014/main" id="{F71B20DB-2F60-43E4-8C82-8E3C6650EC5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2">
            <a:extLst>
              <a:ext uri="{FF2B5EF4-FFF2-40B4-BE49-F238E27FC236}">
                <a16:creationId xmlns:a16="http://schemas.microsoft.com/office/drawing/2014/main" id="{21358D55-194B-4251-8EB7-586E9A80ED61}"/>
              </a:ext>
            </a:extLst>
          </p:cNvPr>
          <p:cNvSpPr>
            <a:spLocks noGrp="1" noRot="1" noChangeAspect="1" noChangeArrowheads="1" noTextEdit="1"/>
          </p:cNvSpPr>
          <p:nvPr>
            <p:ph type="sldImg"/>
          </p:nvPr>
        </p:nvSpPr>
        <p:spPr>
          <a:ln/>
        </p:spPr>
      </p:sp>
      <p:sp>
        <p:nvSpPr>
          <p:cNvPr id="124931" name="Rectangle 3">
            <a:extLst>
              <a:ext uri="{FF2B5EF4-FFF2-40B4-BE49-F238E27FC236}">
                <a16:creationId xmlns:a16="http://schemas.microsoft.com/office/drawing/2014/main" id="{F661D109-31FD-4BA0-87F2-4B254366E2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2">
            <a:extLst>
              <a:ext uri="{FF2B5EF4-FFF2-40B4-BE49-F238E27FC236}">
                <a16:creationId xmlns:a16="http://schemas.microsoft.com/office/drawing/2014/main" id="{F8E2826C-ECE4-478F-AF2E-8187477427E3}"/>
              </a:ext>
            </a:extLst>
          </p:cNvPr>
          <p:cNvSpPr>
            <a:spLocks noGrp="1" noRot="1" noChangeAspect="1" noChangeArrowheads="1" noTextEdit="1"/>
          </p:cNvSpPr>
          <p:nvPr>
            <p:ph type="sldImg"/>
          </p:nvPr>
        </p:nvSpPr>
        <p:spPr>
          <a:ln/>
        </p:spPr>
      </p:sp>
      <p:sp>
        <p:nvSpPr>
          <p:cNvPr id="128003" name="Rectangle 3">
            <a:extLst>
              <a:ext uri="{FF2B5EF4-FFF2-40B4-BE49-F238E27FC236}">
                <a16:creationId xmlns:a16="http://schemas.microsoft.com/office/drawing/2014/main" id="{7F1F8D25-5A9A-4DEE-8199-BF48C3B4B08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2">
            <a:extLst>
              <a:ext uri="{FF2B5EF4-FFF2-40B4-BE49-F238E27FC236}">
                <a16:creationId xmlns:a16="http://schemas.microsoft.com/office/drawing/2014/main" id="{DD978D27-7A45-4707-9571-68634552145B}"/>
              </a:ext>
            </a:extLst>
          </p:cNvPr>
          <p:cNvSpPr>
            <a:spLocks noGrp="1" noRot="1" noChangeAspect="1" noChangeArrowheads="1" noTextEdit="1"/>
          </p:cNvSpPr>
          <p:nvPr>
            <p:ph type="sldImg"/>
          </p:nvPr>
        </p:nvSpPr>
        <p:spPr>
          <a:ln/>
        </p:spPr>
      </p:sp>
      <p:sp>
        <p:nvSpPr>
          <p:cNvPr id="130051" name="Rectangle 3">
            <a:extLst>
              <a:ext uri="{FF2B5EF4-FFF2-40B4-BE49-F238E27FC236}">
                <a16:creationId xmlns:a16="http://schemas.microsoft.com/office/drawing/2014/main" id="{0F720247-6A7A-40C8-A560-7ACEAC13E1B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Different CPU architectures store multi-byte data in different ways:</a:t>
            </a:r>
          </a:p>
          <a:p>
            <a:pPr>
              <a:buFont typeface="+mj-lt"/>
              <a:buAutoNum type="arabicPeriod"/>
            </a:pPr>
            <a:r>
              <a:rPr lang="en-US" b="1" dirty="0"/>
              <a:t>Big-endian</a:t>
            </a:r>
            <a:endParaRPr lang="en-US" dirty="0"/>
          </a:p>
          <a:p>
            <a:pPr marL="742950" lvl="1" indent="-285750">
              <a:buFont typeface="+mj-lt"/>
              <a:buAutoNum type="arabicPeriod"/>
            </a:pPr>
            <a:r>
              <a:rPr lang="en-US" dirty="0"/>
              <a:t>Stores the </a:t>
            </a:r>
            <a:r>
              <a:rPr lang="en-US" b="1" dirty="0"/>
              <a:t>most significant byte (MSB)</a:t>
            </a:r>
            <a:r>
              <a:rPr lang="en-US" dirty="0"/>
              <a:t> first (lowest memory address).</a:t>
            </a:r>
          </a:p>
          <a:p>
            <a:pPr marL="742950" lvl="1" indent="-285750">
              <a:buFont typeface="+mj-lt"/>
              <a:buAutoNum type="arabicPeriod"/>
            </a:pPr>
            <a:r>
              <a:rPr lang="en-US" dirty="0"/>
              <a:t>Example (32-bit value 0x12345678):</a:t>
            </a:r>
          </a:p>
          <a:p>
            <a:pPr marL="742950" lvl="1" indent="-285750" rtl="0">
              <a:buFont typeface="+mj-lt"/>
              <a:buAutoNum type="arabicPeriod"/>
            </a:pPr>
            <a:r>
              <a:rPr lang="en-US" dirty="0"/>
              <a:t>Address → 00 01 02 03 Value → 12 34 56 78 </a:t>
            </a:r>
          </a:p>
          <a:p>
            <a:pPr>
              <a:buFont typeface="+mj-lt"/>
              <a:buAutoNum type="arabicPeriod"/>
            </a:pPr>
            <a:r>
              <a:rPr lang="en-US" b="1" dirty="0"/>
              <a:t>Little-endian</a:t>
            </a:r>
            <a:endParaRPr lang="en-US" dirty="0"/>
          </a:p>
          <a:p>
            <a:pPr marL="742950" lvl="1" indent="-285750">
              <a:buFont typeface="+mj-lt"/>
              <a:buAutoNum type="arabicPeriod"/>
            </a:pPr>
            <a:r>
              <a:rPr lang="en-US" dirty="0"/>
              <a:t>Stores the </a:t>
            </a:r>
            <a:r>
              <a:rPr lang="en-US" b="1" dirty="0"/>
              <a:t>least significant byte (LSB)</a:t>
            </a:r>
            <a:r>
              <a:rPr lang="en-US" dirty="0"/>
              <a:t> first (lowest memory address).</a:t>
            </a:r>
          </a:p>
          <a:p>
            <a:pPr marL="742950" lvl="1" indent="-285750">
              <a:buFont typeface="+mj-lt"/>
              <a:buAutoNum type="arabicPeriod"/>
            </a:pPr>
            <a:r>
              <a:rPr lang="en-US" dirty="0"/>
              <a:t>Example (32-bit value 0x12345678):</a:t>
            </a:r>
          </a:p>
          <a:p>
            <a:pPr marL="742950" lvl="1" indent="-285750" rtl="0">
              <a:buFont typeface="+mj-lt"/>
              <a:buAutoNum type="arabicPeriod"/>
            </a:pPr>
            <a:r>
              <a:rPr lang="en-US"/>
              <a:t>Address → 00 01 02 03 Value → 78 56 34 12</a:t>
            </a:r>
          </a:p>
          <a:p>
            <a:endParaRPr lang="en-US" altLang="en-US" dirty="0">
              <a:latin typeface="Times New Roman" panose="02020603050405020304" pitchFamily="18" charset="0"/>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2">
            <a:extLst>
              <a:ext uri="{FF2B5EF4-FFF2-40B4-BE49-F238E27FC236}">
                <a16:creationId xmlns:a16="http://schemas.microsoft.com/office/drawing/2014/main" id="{8C7272E3-D47D-40CB-9DDB-74FA84462C40}"/>
              </a:ext>
            </a:extLst>
          </p:cNvPr>
          <p:cNvSpPr>
            <a:spLocks noGrp="1" noRot="1" noChangeAspect="1" noChangeArrowheads="1" noTextEdit="1"/>
          </p:cNvSpPr>
          <p:nvPr>
            <p:ph type="sldImg"/>
          </p:nvPr>
        </p:nvSpPr>
        <p:spPr>
          <a:ln/>
        </p:spPr>
      </p:sp>
      <p:sp>
        <p:nvSpPr>
          <p:cNvPr id="132099" name="Rectangle 3">
            <a:extLst>
              <a:ext uri="{FF2B5EF4-FFF2-40B4-BE49-F238E27FC236}">
                <a16:creationId xmlns:a16="http://schemas.microsoft.com/office/drawing/2014/main" id="{71ACBF84-7E20-4056-909C-C5D64438B86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2">
            <a:extLst>
              <a:ext uri="{FF2B5EF4-FFF2-40B4-BE49-F238E27FC236}">
                <a16:creationId xmlns:a16="http://schemas.microsoft.com/office/drawing/2014/main" id="{D2202362-7471-46C7-9C31-E5A6027418EA}"/>
              </a:ext>
            </a:extLst>
          </p:cNvPr>
          <p:cNvSpPr>
            <a:spLocks noGrp="1" noRot="1" noChangeAspect="1" noChangeArrowheads="1" noTextEdit="1"/>
          </p:cNvSpPr>
          <p:nvPr>
            <p:ph type="sldImg"/>
          </p:nvPr>
        </p:nvSpPr>
        <p:spPr>
          <a:ln/>
        </p:spPr>
      </p:sp>
      <p:sp>
        <p:nvSpPr>
          <p:cNvPr id="134147" name="Rectangle 3">
            <a:extLst>
              <a:ext uri="{FF2B5EF4-FFF2-40B4-BE49-F238E27FC236}">
                <a16:creationId xmlns:a16="http://schemas.microsoft.com/office/drawing/2014/main" id="{C33781B4-D103-424B-BE83-A42E8E9F7B3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3" name="Group 3">
            <a:extLst>
              <a:ext uri="{FF2B5EF4-FFF2-40B4-BE49-F238E27FC236}">
                <a16:creationId xmlns:a16="http://schemas.microsoft.com/office/drawing/2014/main" id="{F785276E-E512-431C-9863-60C16073997B}"/>
              </a:ext>
            </a:extLst>
          </p:cNvPr>
          <p:cNvGrpSpPr>
            <a:grpSpLocks/>
          </p:cNvGrpSpPr>
          <p:nvPr/>
        </p:nvGrpSpPr>
        <p:grpSpPr bwMode="auto">
          <a:xfrm>
            <a:off x="198438" y="2960688"/>
            <a:ext cx="8610600" cy="201612"/>
            <a:chOff x="125" y="1865"/>
            <a:chExt cx="5424" cy="127"/>
          </a:xfrm>
        </p:grpSpPr>
        <p:sp>
          <p:nvSpPr>
            <p:cNvPr id="4" name="Rectangle 4">
              <a:extLst>
                <a:ext uri="{FF2B5EF4-FFF2-40B4-BE49-F238E27FC236}">
                  <a16:creationId xmlns:a16="http://schemas.microsoft.com/office/drawing/2014/main" id="{A16CBBBC-832D-4981-B7BE-1E6129BC1A7C}"/>
                </a:ext>
              </a:extLst>
            </p:cNvPr>
            <p:cNvSpPr>
              <a:spLocks noChangeArrowheads="1"/>
            </p:cNvSpPr>
            <p:nvPr/>
          </p:nvSpPr>
          <p:spPr bwMode="auto">
            <a:xfrm>
              <a:off x="125" y="1865"/>
              <a:ext cx="1808" cy="127"/>
            </a:xfrm>
            <a:prstGeom prst="rect">
              <a:avLst/>
            </a:prstGeom>
            <a:solidFill>
              <a:srgbClr val="33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charset="0"/>
                  <a:ea typeface="MS PGothic" charset="-128"/>
                </a:defRPr>
              </a:lvl1pPr>
              <a:lvl2pPr marL="742950" indent="-285750">
                <a:defRPr>
                  <a:solidFill>
                    <a:schemeClr val="tx1"/>
                  </a:solidFill>
                  <a:latin typeface="Verdana" charset="0"/>
                  <a:ea typeface="MS PGothic" charset="-128"/>
                </a:defRPr>
              </a:lvl2pPr>
              <a:lvl3pPr marL="1143000" indent="-228600">
                <a:defRPr>
                  <a:solidFill>
                    <a:schemeClr val="tx1"/>
                  </a:solidFill>
                  <a:latin typeface="Verdana" charset="0"/>
                  <a:ea typeface="MS PGothic" charset="-128"/>
                </a:defRPr>
              </a:lvl3pPr>
              <a:lvl4pPr marL="1600200" indent="-228600">
                <a:defRPr>
                  <a:solidFill>
                    <a:schemeClr val="tx1"/>
                  </a:solidFill>
                  <a:latin typeface="Verdana" charset="0"/>
                  <a:ea typeface="MS PGothic" charset="-128"/>
                </a:defRPr>
              </a:lvl4pPr>
              <a:lvl5pPr marL="2057400" indent="-228600">
                <a:defRPr>
                  <a:solidFill>
                    <a:schemeClr val="tx1"/>
                  </a:solidFill>
                  <a:latin typeface="Verdana" charset="0"/>
                  <a:ea typeface="MS PGothic" charset="-128"/>
                </a:defRPr>
              </a:lvl5pPr>
              <a:lvl6pPr marL="2514600" indent="-228600" eaLnBrk="0" fontAlgn="base" hangingPunct="0">
                <a:spcBef>
                  <a:spcPct val="0"/>
                </a:spcBef>
                <a:spcAft>
                  <a:spcPct val="0"/>
                </a:spcAft>
                <a:defRPr>
                  <a:solidFill>
                    <a:schemeClr val="tx1"/>
                  </a:solidFill>
                  <a:latin typeface="Verdana" charset="0"/>
                  <a:ea typeface="MS PGothic" charset="-128"/>
                </a:defRPr>
              </a:lvl6pPr>
              <a:lvl7pPr marL="2971800" indent="-228600" eaLnBrk="0" fontAlgn="base" hangingPunct="0">
                <a:spcBef>
                  <a:spcPct val="0"/>
                </a:spcBef>
                <a:spcAft>
                  <a:spcPct val="0"/>
                </a:spcAft>
                <a:defRPr>
                  <a:solidFill>
                    <a:schemeClr val="tx1"/>
                  </a:solidFill>
                  <a:latin typeface="Verdana" charset="0"/>
                  <a:ea typeface="MS PGothic" charset="-128"/>
                </a:defRPr>
              </a:lvl7pPr>
              <a:lvl8pPr marL="3429000" indent="-228600" eaLnBrk="0" fontAlgn="base" hangingPunct="0">
                <a:spcBef>
                  <a:spcPct val="0"/>
                </a:spcBef>
                <a:spcAft>
                  <a:spcPct val="0"/>
                </a:spcAft>
                <a:defRPr>
                  <a:solidFill>
                    <a:schemeClr val="tx1"/>
                  </a:solidFill>
                  <a:latin typeface="Verdana" charset="0"/>
                  <a:ea typeface="MS PGothic" charset="-128"/>
                </a:defRPr>
              </a:lvl8pPr>
              <a:lvl9pPr marL="3886200" indent="-228600" eaLnBrk="0" fontAlgn="base" hangingPunct="0">
                <a:spcBef>
                  <a:spcPct val="0"/>
                </a:spcBef>
                <a:spcAft>
                  <a:spcPct val="0"/>
                </a:spcAft>
                <a:defRPr>
                  <a:solidFill>
                    <a:schemeClr val="tx1"/>
                  </a:solidFill>
                  <a:latin typeface="Verdana" charset="0"/>
                  <a:ea typeface="MS PGothic" charset="-128"/>
                </a:defRPr>
              </a:lvl9pPr>
            </a:lstStyle>
            <a:p>
              <a:pPr>
                <a:defRPr/>
              </a:pPr>
              <a:endParaRPr lang="x-none" altLang="x-none"/>
            </a:p>
          </p:txBody>
        </p:sp>
        <p:sp>
          <p:nvSpPr>
            <p:cNvPr id="5" name="Rectangle 5">
              <a:extLst>
                <a:ext uri="{FF2B5EF4-FFF2-40B4-BE49-F238E27FC236}">
                  <a16:creationId xmlns:a16="http://schemas.microsoft.com/office/drawing/2014/main" id="{ECCF6664-2599-48D7-AF8C-34B0B9441612}"/>
                </a:ext>
              </a:extLst>
            </p:cNvPr>
            <p:cNvSpPr>
              <a:spLocks noChangeArrowheads="1"/>
            </p:cNvSpPr>
            <p:nvPr/>
          </p:nvSpPr>
          <p:spPr bwMode="auto">
            <a:xfrm>
              <a:off x="1933" y="1865"/>
              <a:ext cx="1808" cy="127"/>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charset="0"/>
                  <a:ea typeface="MS PGothic" charset="-128"/>
                </a:defRPr>
              </a:lvl1pPr>
              <a:lvl2pPr marL="742950" indent="-285750">
                <a:defRPr>
                  <a:solidFill>
                    <a:schemeClr val="tx1"/>
                  </a:solidFill>
                  <a:latin typeface="Verdana" charset="0"/>
                  <a:ea typeface="MS PGothic" charset="-128"/>
                </a:defRPr>
              </a:lvl2pPr>
              <a:lvl3pPr marL="1143000" indent="-228600">
                <a:defRPr>
                  <a:solidFill>
                    <a:schemeClr val="tx1"/>
                  </a:solidFill>
                  <a:latin typeface="Verdana" charset="0"/>
                  <a:ea typeface="MS PGothic" charset="-128"/>
                </a:defRPr>
              </a:lvl3pPr>
              <a:lvl4pPr marL="1600200" indent="-228600">
                <a:defRPr>
                  <a:solidFill>
                    <a:schemeClr val="tx1"/>
                  </a:solidFill>
                  <a:latin typeface="Verdana" charset="0"/>
                  <a:ea typeface="MS PGothic" charset="-128"/>
                </a:defRPr>
              </a:lvl4pPr>
              <a:lvl5pPr marL="2057400" indent="-228600">
                <a:defRPr>
                  <a:solidFill>
                    <a:schemeClr val="tx1"/>
                  </a:solidFill>
                  <a:latin typeface="Verdana" charset="0"/>
                  <a:ea typeface="MS PGothic" charset="-128"/>
                </a:defRPr>
              </a:lvl5pPr>
              <a:lvl6pPr marL="2514600" indent="-228600" eaLnBrk="0" fontAlgn="base" hangingPunct="0">
                <a:spcBef>
                  <a:spcPct val="0"/>
                </a:spcBef>
                <a:spcAft>
                  <a:spcPct val="0"/>
                </a:spcAft>
                <a:defRPr>
                  <a:solidFill>
                    <a:schemeClr val="tx1"/>
                  </a:solidFill>
                  <a:latin typeface="Verdana" charset="0"/>
                  <a:ea typeface="MS PGothic" charset="-128"/>
                </a:defRPr>
              </a:lvl6pPr>
              <a:lvl7pPr marL="2971800" indent="-228600" eaLnBrk="0" fontAlgn="base" hangingPunct="0">
                <a:spcBef>
                  <a:spcPct val="0"/>
                </a:spcBef>
                <a:spcAft>
                  <a:spcPct val="0"/>
                </a:spcAft>
                <a:defRPr>
                  <a:solidFill>
                    <a:schemeClr val="tx1"/>
                  </a:solidFill>
                  <a:latin typeface="Verdana" charset="0"/>
                  <a:ea typeface="MS PGothic" charset="-128"/>
                </a:defRPr>
              </a:lvl7pPr>
              <a:lvl8pPr marL="3429000" indent="-228600" eaLnBrk="0" fontAlgn="base" hangingPunct="0">
                <a:spcBef>
                  <a:spcPct val="0"/>
                </a:spcBef>
                <a:spcAft>
                  <a:spcPct val="0"/>
                </a:spcAft>
                <a:defRPr>
                  <a:solidFill>
                    <a:schemeClr val="tx1"/>
                  </a:solidFill>
                  <a:latin typeface="Verdana" charset="0"/>
                  <a:ea typeface="MS PGothic" charset="-128"/>
                </a:defRPr>
              </a:lvl8pPr>
              <a:lvl9pPr marL="3886200" indent="-228600" eaLnBrk="0" fontAlgn="base" hangingPunct="0">
                <a:spcBef>
                  <a:spcPct val="0"/>
                </a:spcBef>
                <a:spcAft>
                  <a:spcPct val="0"/>
                </a:spcAft>
                <a:defRPr>
                  <a:solidFill>
                    <a:schemeClr val="tx1"/>
                  </a:solidFill>
                  <a:latin typeface="Verdana" charset="0"/>
                  <a:ea typeface="MS PGothic" charset="-128"/>
                </a:defRPr>
              </a:lvl9pPr>
            </a:lstStyle>
            <a:p>
              <a:pPr>
                <a:defRPr/>
              </a:pPr>
              <a:endParaRPr lang="x-none" altLang="x-none"/>
            </a:p>
          </p:txBody>
        </p:sp>
        <p:sp>
          <p:nvSpPr>
            <p:cNvPr id="6" name="Rectangle 6">
              <a:extLst>
                <a:ext uri="{FF2B5EF4-FFF2-40B4-BE49-F238E27FC236}">
                  <a16:creationId xmlns:a16="http://schemas.microsoft.com/office/drawing/2014/main" id="{C5EC98FB-CBB8-449B-A94E-B0B58773A4D4}"/>
                </a:ext>
              </a:extLst>
            </p:cNvPr>
            <p:cNvSpPr>
              <a:spLocks noChangeArrowheads="1"/>
            </p:cNvSpPr>
            <p:nvPr/>
          </p:nvSpPr>
          <p:spPr bwMode="auto">
            <a:xfrm>
              <a:off x="3741" y="1865"/>
              <a:ext cx="1808" cy="127"/>
            </a:xfrm>
            <a:prstGeom prst="rect">
              <a:avLst/>
            </a:prstGeom>
            <a:solidFill>
              <a:srgbClr val="33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charset="0"/>
                  <a:ea typeface="MS PGothic" charset="-128"/>
                </a:defRPr>
              </a:lvl1pPr>
              <a:lvl2pPr marL="742950" indent="-285750">
                <a:defRPr>
                  <a:solidFill>
                    <a:schemeClr val="tx1"/>
                  </a:solidFill>
                  <a:latin typeface="Verdana" charset="0"/>
                  <a:ea typeface="MS PGothic" charset="-128"/>
                </a:defRPr>
              </a:lvl2pPr>
              <a:lvl3pPr marL="1143000" indent="-228600">
                <a:defRPr>
                  <a:solidFill>
                    <a:schemeClr val="tx1"/>
                  </a:solidFill>
                  <a:latin typeface="Verdana" charset="0"/>
                  <a:ea typeface="MS PGothic" charset="-128"/>
                </a:defRPr>
              </a:lvl3pPr>
              <a:lvl4pPr marL="1600200" indent="-228600">
                <a:defRPr>
                  <a:solidFill>
                    <a:schemeClr val="tx1"/>
                  </a:solidFill>
                  <a:latin typeface="Verdana" charset="0"/>
                  <a:ea typeface="MS PGothic" charset="-128"/>
                </a:defRPr>
              </a:lvl4pPr>
              <a:lvl5pPr marL="2057400" indent="-228600">
                <a:defRPr>
                  <a:solidFill>
                    <a:schemeClr val="tx1"/>
                  </a:solidFill>
                  <a:latin typeface="Verdana" charset="0"/>
                  <a:ea typeface="MS PGothic" charset="-128"/>
                </a:defRPr>
              </a:lvl5pPr>
              <a:lvl6pPr marL="2514600" indent="-228600" eaLnBrk="0" fontAlgn="base" hangingPunct="0">
                <a:spcBef>
                  <a:spcPct val="0"/>
                </a:spcBef>
                <a:spcAft>
                  <a:spcPct val="0"/>
                </a:spcAft>
                <a:defRPr>
                  <a:solidFill>
                    <a:schemeClr val="tx1"/>
                  </a:solidFill>
                  <a:latin typeface="Verdana" charset="0"/>
                  <a:ea typeface="MS PGothic" charset="-128"/>
                </a:defRPr>
              </a:lvl6pPr>
              <a:lvl7pPr marL="2971800" indent="-228600" eaLnBrk="0" fontAlgn="base" hangingPunct="0">
                <a:spcBef>
                  <a:spcPct val="0"/>
                </a:spcBef>
                <a:spcAft>
                  <a:spcPct val="0"/>
                </a:spcAft>
                <a:defRPr>
                  <a:solidFill>
                    <a:schemeClr val="tx1"/>
                  </a:solidFill>
                  <a:latin typeface="Verdana" charset="0"/>
                  <a:ea typeface="MS PGothic" charset="-128"/>
                </a:defRPr>
              </a:lvl7pPr>
              <a:lvl8pPr marL="3429000" indent="-228600" eaLnBrk="0" fontAlgn="base" hangingPunct="0">
                <a:spcBef>
                  <a:spcPct val="0"/>
                </a:spcBef>
                <a:spcAft>
                  <a:spcPct val="0"/>
                </a:spcAft>
                <a:defRPr>
                  <a:solidFill>
                    <a:schemeClr val="tx1"/>
                  </a:solidFill>
                  <a:latin typeface="Verdana" charset="0"/>
                  <a:ea typeface="MS PGothic" charset="-128"/>
                </a:defRPr>
              </a:lvl8pPr>
              <a:lvl9pPr marL="3886200" indent="-228600" eaLnBrk="0" fontAlgn="base" hangingPunct="0">
                <a:spcBef>
                  <a:spcPct val="0"/>
                </a:spcBef>
                <a:spcAft>
                  <a:spcPct val="0"/>
                </a:spcAft>
                <a:defRPr>
                  <a:solidFill>
                    <a:schemeClr val="tx1"/>
                  </a:solidFill>
                  <a:latin typeface="Verdana" charset="0"/>
                  <a:ea typeface="MS PGothic" charset="-128"/>
                </a:defRPr>
              </a:lvl9pPr>
            </a:lstStyle>
            <a:p>
              <a:pPr>
                <a:defRPr/>
              </a:pPr>
              <a:endParaRPr lang="x-none" altLang="x-none"/>
            </a:p>
          </p:txBody>
        </p:sp>
      </p:grpSp>
      <p:sp>
        <p:nvSpPr>
          <p:cNvPr id="7" name="Text Box 7">
            <a:extLst>
              <a:ext uri="{FF2B5EF4-FFF2-40B4-BE49-F238E27FC236}">
                <a16:creationId xmlns:a16="http://schemas.microsoft.com/office/drawing/2014/main" id="{F334230E-B06E-4011-9947-832BC9534778}"/>
              </a:ext>
            </a:extLst>
          </p:cNvPr>
          <p:cNvSpPr txBox="1">
            <a:spLocks noChangeArrowheads="1"/>
          </p:cNvSpPr>
          <p:nvPr/>
        </p:nvSpPr>
        <p:spPr bwMode="auto">
          <a:xfrm>
            <a:off x="6489700" y="6588125"/>
            <a:ext cx="2713038" cy="244475"/>
          </a:xfrm>
          <a:prstGeom prst="rect">
            <a:avLst/>
          </a:prstGeom>
          <a:noFill/>
          <a:ln>
            <a:noFill/>
          </a:ln>
        </p:spPr>
        <p:txBody>
          <a:bodyPr>
            <a:spAutoFit/>
          </a:bodyP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a:spcBef>
                <a:spcPct val="50000"/>
              </a:spcBef>
              <a:defRPr/>
            </a:pPr>
            <a:r>
              <a:rPr lang="en-US" sz="1000" b="1" dirty="0">
                <a:solidFill>
                  <a:srgbClr val="336699"/>
                </a:solidFill>
                <a:latin typeface="Helvetica" pitchFamily="-84" charset="0"/>
              </a:rPr>
              <a:t>Silberschatz, Galvin and Gagne ©2018</a:t>
            </a:r>
          </a:p>
        </p:txBody>
      </p:sp>
      <p:sp>
        <p:nvSpPr>
          <p:cNvPr id="8" name="Text Box 8">
            <a:extLst>
              <a:ext uri="{FF2B5EF4-FFF2-40B4-BE49-F238E27FC236}">
                <a16:creationId xmlns:a16="http://schemas.microsoft.com/office/drawing/2014/main" id="{25BFB58C-5B52-429B-BF7C-2A3DD468AE00}"/>
              </a:ext>
            </a:extLst>
          </p:cNvPr>
          <p:cNvSpPr txBox="1">
            <a:spLocks noChangeArrowheads="1"/>
          </p:cNvSpPr>
          <p:nvPr/>
        </p:nvSpPr>
        <p:spPr bwMode="auto">
          <a:xfrm>
            <a:off x="26988" y="6613525"/>
            <a:ext cx="2730500" cy="246063"/>
          </a:xfrm>
          <a:prstGeom prst="rect">
            <a:avLst/>
          </a:prstGeom>
          <a:noFill/>
          <a:ln>
            <a:noFill/>
          </a:ln>
        </p:spPr>
        <p:txBody>
          <a:bodyPr wrap="none">
            <a:spAutoFit/>
          </a:bodyP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spcBef>
                <a:spcPct val="50000"/>
              </a:spcBef>
              <a:defRPr/>
            </a:pPr>
            <a:r>
              <a:rPr lang="en-US" sz="1000" b="1" dirty="0">
                <a:solidFill>
                  <a:srgbClr val="336699"/>
                </a:solidFill>
                <a:latin typeface="Helvetica" pitchFamily="-84" charset="0"/>
              </a:rPr>
              <a:t>Operating System Concepts – 10</a:t>
            </a:r>
            <a:r>
              <a:rPr lang="en-US" sz="1000" b="1" baseline="30000" dirty="0">
                <a:solidFill>
                  <a:srgbClr val="336699"/>
                </a:solidFill>
                <a:latin typeface="Helvetica" pitchFamily="-84" charset="0"/>
              </a:rPr>
              <a:t>th</a:t>
            </a:r>
            <a:r>
              <a:rPr lang="en-US" sz="1000" b="1" dirty="0">
                <a:solidFill>
                  <a:srgbClr val="336699"/>
                </a:solidFill>
                <a:latin typeface="Helvetica" pitchFamily="-84" charset="0"/>
              </a:rPr>
              <a:t> Edition</a:t>
            </a:r>
          </a:p>
        </p:txBody>
      </p:sp>
      <p:pic>
        <p:nvPicPr>
          <p:cNvPr id="9" name="Picture 9" descr="dino_4">
            <a:extLst>
              <a:ext uri="{FF2B5EF4-FFF2-40B4-BE49-F238E27FC236}">
                <a16:creationId xmlns:a16="http://schemas.microsoft.com/office/drawing/2014/main" id="{D3E76B3A-1933-415B-8018-61828BE854E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60738" y="4157663"/>
            <a:ext cx="2062162" cy="1593850"/>
          </a:xfrm>
          <a:prstGeom prst="rect">
            <a:avLst/>
          </a:prstGeom>
          <a:noFill/>
          <a:ln w="76200">
            <a:solidFill>
              <a:srgbClr val="336699"/>
            </a:solidFill>
            <a:miter lim="800000"/>
            <a:headEnd/>
            <a:tailEnd/>
          </a:ln>
          <a:extLst>
            <a:ext uri="{909E8E84-426E-40DD-AFC4-6F175D3DCCD1}">
              <a14:hiddenFill xmlns:a14="http://schemas.microsoft.com/office/drawing/2010/main">
                <a:solidFill>
                  <a:srgbClr val="FFFFFF"/>
                </a:solidFill>
              </a14:hiddenFill>
            </a:ext>
          </a:extLst>
        </p:spPr>
      </p:pic>
      <p:sp>
        <p:nvSpPr>
          <p:cNvPr id="10" name="Rectangle 10">
            <a:extLst>
              <a:ext uri="{FF2B5EF4-FFF2-40B4-BE49-F238E27FC236}">
                <a16:creationId xmlns:a16="http://schemas.microsoft.com/office/drawing/2014/main" id="{568F85F6-D2B1-49C8-8F26-5A6CD47E8342}"/>
              </a:ext>
            </a:extLst>
          </p:cNvPr>
          <p:cNvSpPr>
            <a:spLocks noChangeArrowheads="1"/>
          </p:cNvSpPr>
          <p:nvPr/>
        </p:nvSpPr>
        <p:spPr bwMode="auto">
          <a:xfrm>
            <a:off x="3224213" y="4006850"/>
            <a:ext cx="2336800" cy="1887538"/>
          </a:xfrm>
          <a:prstGeom prst="rect">
            <a:avLst/>
          </a:prstGeom>
          <a:noFill/>
          <a:ln w="57150" cmpd="thinThick">
            <a:solidFill>
              <a:srgbClr val="66CC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charset="0"/>
                <a:ea typeface="MS PGothic" charset="-128"/>
              </a:defRPr>
            </a:lvl1pPr>
            <a:lvl2pPr marL="742950" indent="-285750">
              <a:defRPr>
                <a:solidFill>
                  <a:schemeClr val="tx1"/>
                </a:solidFill>
                <a:latin typeface="Verdana" charset="0"/>
                <a:ea typeface="MS PGothic" charset="-128"/>
              </a:defRPr>
            </a:lvl2pPr>
            <a:lvl3pPr marL="1143000" indent="-228600">
              <a:defRPr>
                <a:solidFill>
                  <a:schemeClr val="tx1"/>
                </a:solidFill>
                <a:latin typeface="Verdana" charset="0"/>
                <a:ea typeface="MS PGothic" charset="-128"/>
              </a:defRPr>
            </a:lvl3pPr>
            <a:lvl4pPr marL="1600200" indent="-228600">
              <a:defRPr>
                <a:solidFill>
                  <a:schemeClr val="tx1"/>
                </a:solidFill>
                <a:latin typeface="Verdana" charset="0"/>
                <a:ea typeface="MS PGothic" charset="-128"/>
              </a:defRPr>
            </a:lvl4pPr>
            <a:lvl5pPr marL="2057400" indent="-228600">
              <a:defRPr>
                <a:solidFill>
                  <a:schemeClr val="tx1"/>
                </a:solidFill>
                <a:latin typeface="Verdana" charset="0"/>
                <a:ea typeface="MS PGothic" charset="-128"/>
              </a:defRPr>
            </a:lvl5pPr>
            <a:lvl6pPr marL="2514600" indent="-228600" eaLnBrk="0" fontAlgn="base" hangingPunct="0">
              <a:spcBef>
                <a:spcPct val="0"/>
              </a:spcBef>
              <a:spcAft>
                <a:spcPct val="0"/>
              </a:spcAft>
              <a:defRPr>
                <a:solidFill>
                  <a:schemeClr val="tx1"/>
                </a:solidFill>
                <a:latin typeface="Verdana" charset="0"/>
                <a:ea typeface="MS PGothic" charset="-128"/>
              </a:defRPr>
            </a:lvl6pPr>
            <a:lvl7pPr marL="2971800" indent="-228600" eaLnBrk="0" fontAlgn="base" hangingPunct="0">
              <a:spcBef>
                <a:spcPct val="0"/>
              </a:spcBef>
              <a:spcAft>
                <a:spcPct val="0"/>
              </a:spcAft>
              <a:defRPr>
                <a:solidFill>
                  <a:schemeClr val="tx1"/>
                </a:solidFill>
                <a:latin typeface="Verdana" charset="0"/>
                <a:ea typeface="MS PGothic" charset="-128"/>
              </a:defRPr>
            </a:lvl7pPr>
            <a:lvl8pPr marL="3429000" indent="-228600" eaLnBrk="0" fontAlgn="base" hangingPunct="0">
              <a:spcBef>
                <a:spcPct val="0"/>
              </a:spcBef>
              <a:spcAft>
                <a:spcPct val="0"/>
              </a:spcAft>
              <a:defRPr>
                <a:solidFill>
                  <a:schemeClr val="tx1"/>
                </a:solidFill>
                <a:latin typeface="Verdana" charset="0"/>
                <a:ea typeface="MS PGothic" charset="-128"/>
              </a:defRPr>
            </a:lvl8pPr>
            <a:lvl9pPr marL="3886200" indent="-228600" eaLnBrk="0" fontAlgn="base" hangingPunct="0">
              <a:spcBef>
                <a:spcPct val="0"/>
              </a:spcBef>
              <a:spcAft>
                <a:spcPct val="0"/>
              </a:spcAft>
              <a:defRPr>
                <a:solidFill>
                  <a:schemeClr val="tx1"/>
                </a:solidFill>
                <a:latin typeface="Verdana" charset="0"/>
                <a:ea typeface="MS PGothic" charset="-128"/>
              </a:defRPr>
            </a:lvl9pPr>
          </a:lstStyle>
          <a:p>
            <a:pPr>
              <a:defRPr/>
            </a:pPr>
            <a:endParaRPr lang="x-none" altLang="x-none"/>
          </a:p>
        </p:txBody>
      </p:sp>
      <p:sp>
        <p:nvSpPr>
          <p:cNvPr id="152578" name="Rectangle 2"/>
          <p:cNvSpPr>
            <a:spLocks noGrp="1" noChangeArrowheads="1"/>
          </p:cNvSpPr>
          <p:nvPr>
            <p:ph type="ctrTitle"/>
          </p:nvPr>
        </p:nvSpPr>
        <p:spPr>
          <a:xfrm>
            <a:off x="685800" y="685800"/>
            <a:ext cx="7772400" cy="2127250"/>
          </a:xfrm>
        </p:spPr>
        <p:txBody>
          <a:bodyPr/>
          <a:lstStyle>
            <a:lvl1pPr>
              <a:defRPr sz="4300"/>
            </a:lvl1pPr>
          </a:lstStyle>
          <a:p>
            <a:r>
              <a:rPr lang="en-US" dirty="0"/>
              <a:t>Click to edit Master title style</a:t>
            </a:r>
          </a:p>
        </p:txBody>
      </p:sp>
    </p:spTree>
    <p:extLst>
      <p:ext uri="{BB962C8B-B14F-4D97-AF65-F5344CB8AC3E}">
        <p14:creationId xmlns:p14="http://schemas.microsoft.com/office/powerpoint/2010/main" val="24668357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60064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28566020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06450" y="1233488"/>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997450" y="1233488"/>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268752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29031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3347327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1243998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7002919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6438699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791217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91338" y="277813"/>
            <a:ext cx="2144712"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7813"/>
            <a:ext cx="6281738"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39995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descr="dino_3">
            <a:extLst>
              <a:ext uri="{FF2B5EF4-FFF2-40B4-BE49-F238E27FC236}">
                <a16:creationId xmlns:a16="http://schemas.microsoft.com/office/drawing/2014/main" id="{34B7DADE-05C1-4235-BC95-7FD16DF5A582}"/>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85750" y="0"/>
            <a:ext cx="1195388" cy="90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Rectangle 3">
            <a:extLst>
              <a:ext uri="{FF2B5EF4-FFF2-40B4-BE49-F238E27FC236}">
                <a16:creationId xmlns:a16="http://schemas.microsoft.com/office/drawing/2014/main" id="{2C13949F-D9D1-4EE3-9FC6-AFE9404AECD0}"/>
              </a:ext>
            </a:extLst>
          </p:cNvPr>
          <p:cNvSpPr>
            <a:spLocks noGrp="1" noChangeArrowheads="1"/>
          </p:cNvSpPr>
          <p:nvPr>
            <p:ph type="title"/>
          </p:nvPr>
        </p:nvSpPr>
        <p:spPr bwMode="auto">
          <a:xfrm>
            <a:off x="457200" y="225425"/>
            <a:ext cx="8077200"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28" name="Rectangle 4">
            <a:extLst>
              <a:ext uri="{FF2B5EF4-FFF2-40B4-BE49-F238E27FC236}">
                <a16:creationId xmlns:a16="http://schemas.microsoft.com/office/drawing/2014/main" id="{2156033E-2A1D-44DE-9E54-71D4B4B6E84C}"/>
              </a:ext>
            </a:extLst>
          </p:cNvPr>
          <p:cNvSpPr>
            <a:spLocks noGrp="1" noChangeArrowheads="1"/>
          </p:cNvSpPr>
          <p:nvPr>
            <p:ph type="body" idx="1"/>
          </p:nvPr>
        </p:nvSpPr>
        <p:spPr bwMode="auto">
          <a:xfrm>
            <a:off x="790575" y="1233488"/>
            <a:ext cx="7743825"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9" name="Rectangle 5">
            <a:extLst>
              <a:ext uri="{FF2B5EF4-FFF2-40B4-BE49-F238E27FC236}">
                <a16:creationId xmlns:a16="http://schemas.microsoft.com/office/drawing/2014/main" id="{44A806BF-A0C0-4368-AD58-420F34B3A6F7}"/>
              </a:ext>
            </a:extLst>
          </p:cNvPr>
          <p:cNvSpPr>
            <a:spLocks noChangeArrowheads="1"/>
          </p:cNvSpPr>
          <p:nvPr/>
        </p:nvSpPr>
        <p:spPr bwMode="auto">
          <a:xfrm>
            <a:off x="0" y="0"/>
            <a:ext cx="228600" cy="2286000"/>
          </a:xfrm>
          <a:prstGeom prst="rect">
            <a:avLst/>
          </a:prstGeom>
          <a:solidFill>
            <a:srgbClr val="33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charset="0"/>
                <a:ea typeface="MS PGothic" charset="-128"/>
              </a:defRPr>
            </a:lvl1pPr>
            <a:lvl2pPr marL="742950" indent="-285750">
              <a:defRPr>
                <a:solidFill>
                  <a:schemeClr val="tx1"/>
                </a:solidFill>
                <a:latin typeface="Verdana" charset="0"/>
                <a:ea typeface="MS PGothic" charset="-128"/>
              </a:defRPr>
            </a:lvl2pPr>
            <a:lvl3pPr marL="1143000" indent="-228600">
              <a:defRPr>
                <a:solidFill>
                  <a:schemeClr val="tx1"/>
                </a:solidFill>
                <a:latin typeface="Verdana" charset="0"/>
                <a:ea typeface="MS PGothic" charset="-128"/>
              </a:defRPr>
            </a:lvl3pPr>
            <a:lvl4pPr marL="1600200" indent="-228600">
              <a:defRPr>
                <a:solidFill>
                  <a:schemeClr val="tx1"/>
                </a:solidFill>
                <a:latin typeface="Verdana" charset="0"/>
                <a:ea typeface="MS PGothic" charset="-128"/>
              </a:defRPr>
            </a:lvl4pPr>
            <a:lvl5pPr marL="2057400" indent="-228600">
              <a:defRPr>
                <a:solidFill>
                  <a:schemeClr val="tx1"/>
                </a:solidFill>
                <a:latin typeface="Verdana" charset="0"/>
                <a:ea typeface="MS PGothic" charset="-128"/>
              </a:defRPr>
            </a:lvl5pPr>
            <a:lvl6pPr marL="2514600" indent="-228600" eaLnBrk="0" fontAlgn="base" hangingPunct="0">
              <a:spcBef>
                <a:spcPct val="0"/>
              </a:spcBef>
              <a:spcAft>
                <a:spcPct val="0"/>
              </a:spcAft>
              <a:defRPr>
                <a:solidFill>
                  <a:schemeClr val="tx1"/>
                </a:solidFill>
                <a:latin typeface="Verdana" charset="0"/>
                <a:ea typeface="MS PGothic" charset="-128"/>
              </a:defRPr>
            </a:lvl6pPr>
            <a:lvl7pPr marL="2971800" indent="-228600" eaLnBrk="0" fontAlgn="base" hangingPunct="0">
              <a:spcBef>
                <a:spcPct val="0"/>
              </a:spcBef>
              <a:spcAft>
                <a:spcPct val="0"/>
              </a:spcAft>
              <a:defRPr>
                <a:solidFill>
                  <a:schemeClr val="tx1"/>
                </a:solidFill>
                <a:latin typeface="Verdana" charset="0"/>
                <a:ea typeface="MS PGothic" charset="-128"/>
              </a:defRPr>
            </a:lvl7pPr>
            <a:lvl8pPr marL="3429000" indent="-228600" eaLnBrk="0" fontAlgn="base" hangingPunct="0">
              <a:spcBef>
                <a:spcPct val="0"/>
              </a:spcBef>
              <a:spcAft>
                <a:spcPct val="0"/>
              </a:spcAft>
              <a:defRPr>
                <a:solidFill>
                  <a:schemeClr val="tx1"/>
                </a:solidFill>
                <a:latin typeface="Verdana" charset="0"/>
                <a:ea typeface="MS PGothic" charset="-128"/>
              </a:defRPr>
            </a:lvl8pPr>
            <a:lvl9pPr marL="3886200" indent="-228600" eaLnBrk="0" fontAlgn="base" hangingPunct="0">
              <a:spcBef>
                <a:spcPct val="0"/>
              </a:spcBef>
              <a:spcAft>
                <a:spcPct val="0"/>
              </a:spcAft>
              <a:defRPr>
                <a:solidFill>
                  <a:schemeClr val="tx1"/>
                </a:solidFill>
                <a:latin typeface="Verdana" charset="0"/>
                <a:ea typeface="MS PGothic" charset="-128"/>
              </a:defRPr>
            </a:lvl9pPr>
          </a:lstStyle>
          <a:p>
            <a:pPr algn="ctr" eaLnBrk="1" hangingPunct="1">
              <a:defRPr/>
            </a:pPr>
            <a:endParaRPr lang="x-none" altLang="x-none" sz="2400">
              <a:latin typeface="Times New Roman" charset="0"/>
            </a:endParaRPr>
          </a:p>
        </p:txBody>
      </p:sp>
      <p:sp>
        <p:nvSpPr>
          <p:cNvPr id="1030" name="Line 6">
            <a:extLst>
              <a:ext uri="{FF2B5EF4-FFF2-40B4-BE49-F238E27FC236}">
                <a16:creationId xmlns:a16="http://schemas.microsoft.com/office/drawing/2014/main" id="{38CA0CBE-E7DB-4B13-BE0C-81E2F34D25C5}"/>
              </a:ext>
            </a:extLst>
          </p:cNvPr>
          <p:cNvSpPr>
            <a:spLocks noChangeShapeType="1"/>
          </p:cNvSpPr>
          <p:nvPr/>
        </p:nvSpPr>
        <p:spPr bwMode="auto">
          <a:xfrm>
            <a:off x="457200" y="860425"/>
            <a:ext cx="8077200" cy="0"/>
          </a:xfrm>
          <a:prstGeom prst="line">
            <a:avLst/>
          </a:prstGeom>
          <a:noFill/>
          <a:ln w="19050">
            <a:solidFill>
              <a:srgbClr val="336699"/>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31" name="Rectangle 7">
            <a:extLst>
              <a:ext uri="{FF2B5EF4-FFF2-40B4-BE49-F238E27FC236}">
                <a16:creationId xmlns:a16="http://schemas.microsoft.com/office/drawing/2014/main" id="{E66E26E9-18B9-458C-AE7B-19180B81EF90}"/>
              </a:ext>
            </a:extLst>
          </p:cNvPr>
          <p:cNvSpPr>
            <a:spLocks noChangeArrowheads="1"/>
          </p:cNvSpPr>
          <p:nvPr/>
        </p:nvSpPr>
        <p:spPr bwMode="auto">
          <a:xfrm>
            <a:off x="0" y="2286000"/>
            <a:ext cx="228600" cy="2286000"/>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charset="0"/>
                <a:ea typeface="MS PGothic" charset="-128"/>
              </a:defRPr>
            </a:lvl1pPr>
            <a:lvl2pPr marL="742950" indent="-285750">
              <a:defRPr>
                <a:solidFill>
                  <a:schemeClr val="tx1"/>
                </a:solidFill>
                <a:latin typeface="Verdana" charset="0"/>
                <a:ea typeface="MS PGothic" charset="-128"/>
              </a:defRPr>
            </a:lvl2pPr>
            <a:lvl3pPr marL="1143000" indent="-228600">
              <a:defRPr>
                <a:solidFill>
                  <a:schemeClr val="tx1"/>
                </a:solidFill>
                <a:latin typeface="Verdana" charset="0"/>
                <a:ea typeface="MS PGothic" charset="-128"/>
              </a:defRPr>
            </a:lvl3pPr>
            <a:lvl4pPr marL="1600200" indent="-228600">
              <a:defRPr>
                <a:solidFill>
                  <a:schemeClr val="tx1"/>
                </a:solidFill>
                <a:latin typeface="Verdana" charset="0"/>
                <a:ea typeface="MS PGothic" charset="-128"/>
              </a:defRPr>
            </a:lvl4pPr>
            <a:lvl5pPr marL="2057400" indent="-228600">
              <a:defRPr>
                <a:solidFill>
                  <a:schemeClr val="tx1"/>
                </a:solidFill>
                <a:latin typeface="Verdana" charset="0"/>
                <a:ea typeface="MS PGothic" charset="-128"/>
              </a:defRPr>
            </a:lvl5pPr>
            <a:lvl6pPr marL="2514600" indent="-228600" eaLnBrk="0" fontAlgn="base" hangingPunct="0">
              <a:spcBef>
                <a:spcPct val="0"/>
              </a:spcBef>
              <a:spcAft>
                <a:spcPct val="0"/>
              </a:spcAft>
              <a:defRPr>
                <a:solidFill>
                  <a:schemeClr val="tx1"/>
                </a:solidFill>
                <a:latin typeface="Verdana" charset="0"/>
                <a:ea typeface="MS PGothic" charset="-128"/>
              </a:defRPr>
            </a:lvl6pPr>
            <a:lvl7pPr marL="2971800" indent="-228600" eaLnBrk="0" fontAlgn="base" hangingPunct="0">
              <a:spcBef>
                <a:spcPct val="0"/>
              </a:spcBef>
              <a:spcAft>
                <a:spcPct val="0"/>
              </a:spcAft>
              <a:defRPr>
                <a:solidFill>
                  <a:schemeClr val="tx1"/>
                </a:solidFill>
                <a:latin typeface="Verdana" charset="0"/>
                <a:ea typeface="MS PGothic" charset="-128"/>
              </a:defRPr>
            </a:lvl7pPr>
            <a:lvl8pPr marL="3429000" indent="-228600" eaLnBrk="0" fontAlgn="base" hangingPunct="0">
              <a:spcBef>
                <a:spcPct val="0"/>
              </a:spcBef>
              <a:spcAft>
                <a:spcPct val="0"/>
              </a:spcAft>
              <a:defRPr>
                <a:solidFill>
                  <a:schemeClr val="tx1"/>
                </a:solidFill>
                <a:latin typeface="Verdana" charset="0"/>
                <a:ea typeface="MS PGothic" charset="-128"/>
              </a:defRPr>
            </a:lvl8pPr>
            <a:lvl9pPr marL="3886200" indent="-228600" eaLnBrk="0" fontAlgn="base" hangingPunct="0">
              <a:spcBef>
                <a:spcPct val="0"/>
              </a:spcBef>
              <a:spcAft>
                <a:spcPct val="0"/>
              </a:spcAft>
              <a:defRPr>
                <a:solidFill>
                  <a:schemeClr val="tx1"/>
                </a:solidFill>
                <a:latin typeface="Verdana" charset="0"/>
                <a:ea typeface="MS PGothic" charset="-128"/>
              </a:defRPr>
            </a:lvl9pPr>
          </a:lstStyle>
          <a:p>
            <a:pPr algn="ctr" eaLnBrk="1" hangingPunct="1">
              <a:defRPr/>
            </a:pPr>
            <a:endParaRPr lang="x-none" altLang="x-none" sz="2400">
              <a:latin typeface="Times New Roman" charset="0"/>
            </a:endParaRPr>
          </a:p>
        </p:txBody>
      </p:sp>
      <p:sp>
        <p:nvSpPr>
          <p:cNvPr id="1032" name="Rectangle 8">
            <a:extLst>
              <a:ext uri="{FF2B5EF4-FFF2-40B4-BE49-F238E27FC236}">
                <a16:creationId xmlns:a16="http://schemas.microsoft.com/office/drawing/2014/main" id="{2CCFF09E-8C15-497C-99D4-D11290D2DDF6}"/>
              </a:ext>
            </a:extLst>
          </p:cNvPr>
          <p:cNvSpPr>
            <a:spLocks noChangeArrowheads="1"/>
          </p:cNvSpPr>
          <p:nvPr/>
        </p:nvSpPr>
        <p:spPr bwMode="auto">
          <a:xfrm>
            <a:off x="0" y="4572000"/>
            <a:ext cx="228600" cy="2286000"/>
          </a:xfrm>
          <a:prstGeom prst="rect">
            <a:avLst/>
          </a:prstGeom>
          <a:solidFill>
            <a:srgbClr val="33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charset="0"/>
                <a:ea typeface="MS PGothic" charset="-128"/>
              </a:defRPr>
            </a:lvl1pPr>
            <a:lvl2pPr marL="742950" indent="-285750">
              <a:defRPr>
                <a:solidFill>
                  <a:schemeClr val="tx1"/>
                </a:solidFill>
                <a:latin typeface="Verdana" charset="0"/>
                <a:ea typeface="MS PGothic" charset="-128"/>
              </a:defRPr>
            </a:lvl2pPr>
            <a:lvl3pPr marL="1143000" indent="-228600">
              <a:defRPr>
                <a:solidFill>
                  <a:schemeClr val="tx1"/>
                </a:solidFill>
                <a:latin typeface="Verdana" charset="0"/>
                <a:ea typeface="MS PGothic" charset="-128"/>
              </a:defRPr>
            </a:lvl3pPr>
            <a:lvl4pPr marL="1600200" indent="-228600">
              <a:defRPr>
                <a:solidFill>
                  <a:schemeClr val="tx1"/>
                </a:solidFill>
                <a:latin typeface="Verdana" charset="0"/>
                <a:ea typeface="MS PGothic" charset="-128"/>
              </a:defRPr>
            </a:lvl4pPr>
            <a:lvl5pPr marL="2057400" indent="-228600">
              <a:defRPr>
                <a:solidFill>
                  <a:schemeClr val="tx1"/>
                </a:solidFill>
                <a:latin typeface="Verdana" charset="0"/>
                <a:ea typeface="MS PGothic" charset="-128"/>
              </a:defRPr>
            </a:lvl5pPr>
            <a:lvl6pPr marL="2514600" indent="-228600" eaLnBrk="0" fontAlgn="base" hangingPunct="0">
              <a:spcBef>
                <a:spcPct val="0"/>
              </a:spcBef>
              <a:spcAft>
                <a:spcPct val="0"/>
              </a:spcAft>
              <a:defRPr>
                <a:solidFill>
                  <a:schemeClr val="tx1"/>
                </a:solidFill>
                <a:latin typeface="Verdana" charset="0"/>
                <a:ea typeface="MS PGothic" charset="-128"/>
              </a:defRPr>
            </a:lvl6pPr>
            <a:lvl7pPr marL="2971800" indent="-228600" eaLnBrk="0" fontAlgn="base" hangingPunct="0">
              <a:spcBef>
                <a:spcPct val="0"/>
              </a:spcBef>
              <a:spcAft>
                <a:spcPct val="0"/>
              </a:spcAft>
              <a:defRPr>
                <a:solidFill>
                  <a:schemeClr val="tx1"/>
                </a:solidFill>
                <a:latin typeface="Verdana" charset="0"/>
                <a:ea typeface="MS PGothic" charset="-128"/>
              </a:defRPr>
            </a:lvl7pPr>
            <a:lvl8pPr marL="3429000" indent="-228600" eaLnBrk="0" fontAlgn="base" hangingPunct="0">
              <a:spcBef>
                <a:spcPct val="0"/>
              </a:spcBef>
              <a:spcAft>
                <a:spcPct val="0"/>
              </a:spcAft>
              <a:defRPr>
                <a:solidFill>
                  <a:schemeClr val="tx1"/>
                </a:solidFill>
                <a:latin typeface="Verdana" charset="0"/>
                <a:ea typeface="MS PGothic" charset="-128"/>
              </a:defRPr>
            </a:lvl8pPr>
            <a:lvl9pPr marL="3886200" indent="-228600" eaLnBrk="0" fontAlgn="base" hangingPunct="0">
              <a:spcBef>
                <a:spcPct val="0"/>
              </a:spcBef>
              <a:spcAft>
                <a:spcPct val="0"/>
              </a:spcAft>
              <a:defRPr>
                <a:solidFill>
                  <a:schemeClr val="tx1"/>
                </a:solidFill>
                <a:latin typeface="Verdana" charset="0"/>
                <a:ea typeface="MS PGothic" charset="-128"/>
              </a:defRPr>
            </a:lvl9pPr>
          </a:lstStyle>
          <a:p>
            <a:pPr algn="ctr" eaLnBrk="1" hangingPunct="1">
              <a:defRPr/>
            </a:pPr>
            <a:endParaRPr lang="x-none" altLang="x-none" sz="2400">
              <a:latin typeface="Times New Roman" charset="0"/>
            </a:endParaRPr>
          </a:p>
        </p:txBody>
      </p:sp>
      <p:sp>
        <p:nvSpPr>
          <p:cNvPr id="1033" name="Text Box 9">
            <a:extLst>
              <a:ext uri="{FF2B5EF4-FFF2-40B4-BE49-F238E27FC236}">
                <a16:creationId xmlns:a16="http://schemas.microsoft.com/office/drawing/2014/main" id="{332EE4A3-5FFF-44B0-9A59-5F8CE7D7599F}"/>
              </a:ext>
            </a:extLst>
          </p:cNvPr>
          <p:cNvSpPr txBox="1">
            <a:spLocks noChangeArrowheads="1"/>
          </p:cNvSpPr>
          <p:nvPr/>
        </p:nvSpPr>
        <p:spPr bwMode="auto">
          <a:xfrm>
            <a:off x="4256088" y="6613525"/>
            <a:ext cx="447675" cy="246063"/>
          </a:xfrm>
          <a:prstGeom prst="rect">
            <a:avLst/>
          </a:prstGeom>
          <a:noFill/>
          <a:ln>
            <a:noFill/>
          </a:ln>
        </p:spPr>
        <p:txBody>
          <a:bodyPr wrap="none">
            <a:spAutoFit/>
          </a:bodyPr>
          <a:lstStyle>
            <a:lvl1pPr>
              <a:defRPr>
                <a:solidFill>
                  <a:schemeClr val="tx1"/>
                </a:solidFill>
                <a:latin typeface="Verdana" charset="0"/>
                <a:ea typeface="MS PGothic" charset="-128"/>
              </a:defRPr>
            </a:lvl1pPr>
            <a:lvl2pPr marL="742950" indent="-285750">
              <a:defRPr>
                <a:solidFill>
                  <a:schemeClr val="tx1"/>
                </a:solidFill>
                <a:latin typeface="Verdana" charset="0"/>
                <a:ea typeface="MS PGothic" charset="-128"/>
              </a:defRPr>
            </a:lvl2pPr>
            <a:lvl3pPr marL="1143000" indent="-228600">
              <a:defRPr>
                <a:solidFill>
                  <a:schemeClr val="tx1"/>
                </a:solidFill>
                <a:latin typeface="Verdana" charset="0"/>
                <a:ea typeface="MS PGothic" charset="-128"/>
              </a:defRPr>
            </a:lvl3pPr>
            <a:lvl4pPr marL="1600200" indent="-228600">
              <a:defRPr>
                <a:solidFill>
                  <a:schemeClr val="tx1"/>
                </a:solidFill>
                <a:latin typeface="Verdana" charset="0"/>
                <a:ea typeface="MS PGothic" charset="-128"/>
              </a:defRPr>
            </a:lvl4pPr>
            <a:lvl5pPr marL="2057400" indent="-228600">
              <a:defRPr>
                <a:solidFill>
                  <a:schemeClr val="tx1"/>
                </a:solidFill>
                <a:latin typeface="Verdana" charset="0"/>
                <a:ea typeface="MS PGothic" charset="-128"/>
              </a:defRPr>
            </a:lvl5pPr>
            <a:lvl6pPr marL="2514600" indent="-228600" eaLnBrk="0" fontAlgn="base" hangingPunct="0">
              <a:spcBef>
                <a:spcPct val="0"/>
              </a:spcBef>
              <a:spcAft>
                <a:spcPct val="0"/>
              </a:spcAft>
              <a:defRPr>
                <a:solidFill>
                  <a:schemeClr val="tx1"/>
                </a:solidFill>
                <a:latin typeface="Verdana" charset="0"/>
                <a:ea typeface="MS PGothic" charset="-128"/>
              </a:defRPr>
            </a:lvl6pPr>
            <a:lvl7pPr marL="2971800" indent="-228600" eaLnBrk="0" fontAlgn="base" hangingPunct="0">
              <a:spcBef>
                <a:spcPct val="0"/>
              </a:spcBef>
              <a:spcAft>
                <a:spcPct val="0"/>
              </a:spcAft>
              <a:defRPr>
                <a:solidFill>
                  <a:schemeClr val="tx1"/>
                </a:solidFill>
                <a:latin typeface="Verdana" charset="0"/>
                <a:ea typeface="MS PGothic" charset="-128"/>
              </a:defRPr>
            </a:lvl7pPr>
            <a:lvl8pPr marL="3429000" indent="-228600" eaLnBrk="0" fontAlgn="base" hangingPunct="0">
              <a:spcBef>
                <a:spcPct val="0"/>
              </a:spcBef>
              <a:spcAft>
                <a:spcPct val="0"/>
              </a:spcAft>
              <a:defRPr>
                <a:solidFill>
                  <a:schemeClr val="tx1"/>
                </a:solidFill>
                <a:latin typeface="Verdana" charset="0"/>
                <a:ea typeface="MS PGothic" charset="-128"/>
              </a:defRPr>
            </a:lvl8pPr>
            <a:lvl9pPr marL="3886200" indent="-228600" eaLnBrk="0" fontAlgn="base" hangingPunct="0">
              <a:spcBef>
                <a:spcPct val="0"/>
              </a:spcBef>
              <a:spcAft>
                <a:spcPct val="0"/>
              </a:spcAft>
              <a:defRPr>
                <a:solidFill>
                  <a:schemeClr val="tx1"/>
                </a:solidFill>
                <a:latin typeface="Verdana" charset="0"/>
                <a:ea typeface="MS PGothic" charset="-128"/>
              </a:defRPr>
            </a:lvl9pPr>
          </a:lstStyle>
          <a:p>
            <a:pPr algn="ctr">
              <a:spcBef>
                <a:spcPct val="50000"/>
              </a:spcBef>
              <a:defRPr/>
            </a:pPr>
            <a:r>
              <a:rPr lang="en-US" altLang="x-none" sz="1000" b="1">
                <a:solidFill>
                  <a:srgbClr val="006699"/>
                </a:solidFill>
                <a:latin typeface="Helvetica" charset="0"/>
              </a:rPr>
              <a:t>3.</a:t>
            </a:r>
            <a:fld id="{A6EDADC4-5648-406C-94CA-EDDB863B04E2}" type="slidenum">
              <a:rPr lang="en-US" altLang="x-none" sz="1000" b="1" smtClean="0">
                <a:solidFill>
                  <a:srgbClr val="006699"/>
                </a:solidFill>
                <a:latin typeface="Helvetica" charset="0"/>
              </a:rPr>
              <a:pPr algn="ctr">
                <a:spcBef>
                  <a:spcPct val="50000"/>
                </a:spcBef>
                <a:defRPr/>
              </a:pPr>
              <a:t>‹#›</a:t>
            </a:fld>
            <a:endParaRPr lang="en-US" altLang="x-none" sz="1000" b="1">
              <a:solidFill>
                <a:srgbClr val="006699"/>
              </a:solidFill>
              <a:latin typeface="Helvetica" charset="0"/>
            </a:endParaRPr>
          </a:p>
        </p:txBody>
      </p:sp>
      <p:sp>
        <p:nvSpPr>
          <p:cNvPr id="1034" name="Text Box 10">
            <a:extLst>
              <a:ext uri="{FF2B5EF4-FFF2-40B4-BE49-F238E27FC236}">
                <a16:creationId xmlns:a16="http://schemas.microsoft.com/office/drawing/2014/main" id="{4AE1926B-ED4A-404A-BC01-96D11B8A42EE}"/>
              </a:ext>
            </a:extLst>
          </p:cNvPr>
          <p:cNvSpPr txBox="1">
            <a:spLocks noChangeArrowheads="1"/>
          </p:cNvSpPr>
          <p:nvPr/>
        </p:nvSpPr>
        <p:spPr bwMode="auto">
          <a:xfrm>
            <a:off x="6430963" y="6613525"/>
            <a:ext cx="2713037" cy="244475"/>
          </a:xfrm>
          <a:prstGeom prst="rect">
            <a:avLst/>
          </a:prstGeom>
          <a:noFill/>
          <a:ln>
            <a:noFill/>
          </a:ln>
        </p:spPr>
        <p:txBody>
          <a:bodyPr>
            <a:spAutoFit/>
          </a:bodyP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a:spcBef>
                <a:spcPct val="50000"/>
              </a:spcBef>
              <a:defRPr/>
            </a:pPr>
            <a:r>
              <a:rPr lang="en-US" sz="1000" b="1" dirty="0">
                <a:solidFill>
                  <a:srgbClr val="006699"/>
                </a:solidFill>
                <a:latin typeface="Helvetica" pitchFamily="-84" charset="0"/>
              </a:rPr>
              <a:t>Silberschatz, Galvin and Gagne ©2018</a:t>
            </a:r>
          </a:p>
        </p:txBody>
      </p:sp>
      <p:sp>
        <p:nvSpPr>
          <p:cNvPr id="1035" name="Text Box 11">
            <a:extLst>
              <a:ext uri="{FF2B5EF4-FFF2-40B4-BE49-F238E27FC236}">
                <a16:creationId xmlns:a16="http://schemas.microsoft.com/office/drawing/2014/main" id="{32010AC7-36CA-437D-BB87-25E8B15E0034}"/>
              </a:ext>
            </a:extLst>
          </p:cNvPr>
          <p:cNvSpPr txBox="1">
            <a:spLocks noChangeArrowheads="1"/>
          </p:cNvSpPr>
          <p:nvPr/>
        </p:nvSpPr>
        <p:spPr bwMode="auto">
          <a:xfrm>
            <a:off x="185738" y="6594475"/>
            <a:ext cx="2730500" cy="246063"/>
          </a:xfrm>
          <a:prstGeom prst="rect">
            <a:avLst/>
          </a:prstGeom>
          <a:noFill/>
          <a:ln>
            <a:noFill/>
          </a:ln>
        </p:spPr>
        <p:txBody>
          <a:bodyPr wrap="none">
            <a:spAutoFit/>
          </a:bodyP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spcBef>
                <a:spcPct val="50000"/>
              </a:spcBef>
              <a:defRPr/>
            </a:pPr>
            <a:r>
              <a:rPr lang="en-US" sz="1000" b="1" dirty="0">
                <a:solidFill>
                  <a:srgbClr val="006699"/>
                </a:solidFill>
                <a:latin typeface="Helvetica" pitchFamily="-84" charset="0"/>
              </a:rPr>
              <a:t>Operating System Concepts – 10</a:t>
            </a:r>
            <a:r>
              <a:rPr lang="en-US" sz="1000" b="1" baseline="30000" dirty="0">
                <a:solidFill>
                  <a:srgbClr val="006699"/>
                </a:solidFill>
                <a:latin typeface="Helvetica" pitchFamily="-84" charset="0"/>
              </a:rPr>
              <a:t>th</a:t>
            </a:r>
            <a:r>
              <a:rPr lang="en-US" sz="1000" b="1" dirty="0">
                <a:solidFill>
                  <a:srgbClr val="006699"/>
                </a:solidFill>
                <a:latin typeface="Helvetica" pitchFamily="-84" charset="0"/>
              </a:rPr>
              <a:t> Edition</a:t>
            </a:r>
          </a:p>
        </p:txBody>
      </p:sp>
      <p:pic>
        <p:nvPicPr>
          <p:cNvPr id="1036" name="Picture 12" descr="dino_6">
            <a:extLst>
              <a:ext uri="{FF2B5EF4-FFF2-40B4-BE49-F238E27FC236}">
                <a16:creationId xmlns:a16="http://schemas.microsoft.com/office/drawing/2014/main" id="{09E176C0-BBA8-45C3-9F79-40005E1FFE3E}"/>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773988" y="5849938"/>
            <a:ext cx="1284287" cy="79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215" r:id="rId1"/>
    <p:sldLayoutId id="2147484205" r:id="rId2"/>
    <p:sldLayoutId id="2147484206" r:id="rId3"/>
    <p:sldLayoutId id="2147484207" r:id="rId4"/>
    <p:sldLayoutId id="2147484208" r:id="rId5"/>
    <p:sldLayoutId id="2147484209" r:id="rId6"/>
    <p:sldLayoutId id="2147484210" r:id="rId7"/>
    <p:sldLayoutId id="2147484211" r:id="rId8"/>
    <p:sldLayoutId id="2147484212" r:id="rId9"/>
    <p:sldLayoutId id="2147484213" r:id="rId10"/>
    <p:sldLayoutId id="2147484214" r:id="rId11"/>
  </p:sldLayoutIdLst>
  <p:txStyles>
    <p:titleStyle>
      <a:lvl1pPr algn="ctr" rtl="0" eaLnBrk="0" fontAlgn="base" hangingPunct="0">
        <a:spcBef>
          <a:spcPct val="0"/>
        </a:spcBef>
        <a:spcAft>
          <a:spcPct val="0"/>
        </a:spcAft>
        <a:defRPr sz="3200" b="1">
          <a:solidFill>
            <a:srgbClr val="006699"/>
          </a:solidFill>
          <a:latin typeface="+mj-lt"/>
          <a:ea typeface="MS PGothic" pitchFamily="34" charset="-128"/>
          <a:cs typeface="MS PGothic" panose="020B0600070205080204" pitchFamily="34" charset="-128"/>
        </a:defRPr>
      </a:lvl1pPr>
      <a:lvl2pPr algn="ctr" rtl="0" eaLnBrk="0" fontAlgn="base" hangingPunct="0">
        <a:spcBef>
          <a:spcPct val="0"/>
        </a:spcBef>
        <a:spcAft>
          <a:spcPct val="0"/>
        </a:spcAft>
        <a:defRPr sz="3200" b="1">
          <a:solidFill>
            <a:srgbClr val="006699"/>
          </a:solidFill>
          <a:latin typeface="Arial" charset="0"/>
          <a:ea typeface="MS PGothic" pitchFamily="34" charset="-128"/>
          <a:cs typeface="MS PGothic" panose="020B0600070205080204" pitchFamily="34" charset="-128"/>
        </a:defRPr>
      </a:lvl2pPr>
      <a:lvl3pPr algn="ctr" rtl="0" eaLnBrk="0" fontAlgn="base" hangingPunct="0">
        <a:spcBef>
          <a:spcPct val="0"/>
        </a:spcBef>
        <a:spcAft>
          <a:spcPct val="0"/>
        </a:spcAft>
        <a:defRPr sz="3200" b="1">
          <a:solidFill>
            <a:srgbClr val="006699"/>
          </a:solidFill>
          <a:latin typeface="Arial" charset="0"/>
          <a:ea typeface="MS PGothic" pitchFamily="34" charset="-128"/>
          <a:cs typeface="MS PGothic" panose="020B0600070205080204" pitchFamily="34" charset="-128"/>
        </a:defRPr>
      </a:lvl3pPr>
      <a:lvl4pPr algn="ctr" rtl="0" eaLnBrk="0" fontAlgn="base" hangingPunct="0">
        <a:spcBef>
          <a:spcPct val="0"/>
        </a:spcBef>
        <a:spcAft>
          <a:spcPct val="0"/>
        </a:spcAft>
        <a:defRPr sz="3200" b="1">
          <a:solidFill>
            <a:srgbClr val="006699"/>
          </a:solidFill>
          <a:latin typeface="Arial" charset="0"/>
          <a:ea typeface="MS PGothic" pitchFamily="34" charset="-128"/>
          <a:cs typeface="MS PGothic" panose="020B0600070205080204" pitchFamily="34" charset="-128"/>
        </a:defRPr>
      </a:lvl4pPr>
      <a:lvl5pPr algn="ctr" rtl="0" eaLnBrk="0" fontAlgn="base" hangingPunct="0">
        <a:spcBef>
          <a:spcPct val="0"/>
        </a:spcBef>
        <a:spcAft>
          <a:spcPct val="0"/>
        </a:spcAft>
        <a:defRPr sz="3200" b="1">
          <a:solidFill>
            <a:srgbClr val="006699"/>
          </a:solidFill>
          <a:latin typeface="Arial" charset="0"/>
          <a:ea typeface="MS PGothic" pitchFamily="34" charset="-128"/>
          <a:cs typeface="MS PGothic" panose="020B0600070205080204" pitchFamily="34" charset="-128"/>
        </a:defRPr>
      </a:lvl5pPr>
      <a:lvl6pPr marL="457200" algn="ctr" rtl="0" fontAlgn="base">
        <a:spcBef>
          <a:spcPct val="0"/>
        </a:spcBef>
        <a:spcAft>
          <a:spcPct val="0"/>
        </a:spcAft>
        <a:defRPr sz="3200" b="1">
          <a:solidFill>
            <a:srgbClr val="006699"/>
          </a:solidFill>
          <a:latin typeface="Arial" charset="0"/>
        </a:defRPr>
      </a:lvl6pPr>
      <a:lvl7pPr marL="914400" algn="ctr" rtl="0" fontAlgn="base">
        <a:spcBef>
          <a:spcPct val="0"/>
        </a:spcBef>
        <a:spcAft>
          <a:spcPct val="0"/>
        </a:spcAft>
        <a:defRPr sz="3200" b="1">
          <a:solidFill>
            <a:srgbClr val="006699"/>
          </a:solidFill>
          <a:latin typeface="Arial" charset="0"/>
        </a:defRPr>
      </a:lvl7pPr>
      <a:lvl8pPr marL="1371600" algn="ctr" rtl="0" fontAlgn="base">
        <a:spcBef>
          <a:spcPct val="0"/>
        </a:spcBef>
        <a:spcAft>
          <a:spcPct val="0"/>
        </a:spcAft>
        <a:defRPr sz="3200" b="1">
          <a:solidFill>
            <a:srgbClr val="006699"/>
          </a:solidFill>
          <a:latin typeface="Arial" charset="0"/>
        </a:defRPr>
      </a:lvl8pPr>
      <a:lvl9pPr marL="1828800" algn="ctr" rtl="0" fontAlgn="base">
        <a:spcBef>
          <a:spcPct val="0"/>
        </a:spcBef>
        <a:spcAft>
          <a:spcPct val="0"/>
        </a:spcAft>
        <a:defRPr sz="3200" b="1">
          <a:solidFill>
            <a:srgbClr val="006699"/>
          </a:solidFill>
          <a:latin typeface="Arial" charset="0"/>
        </a:defRPr>
      </a:lvl9pPr>
    </p:titleStyle>
    <p:bodyStyle>
      <a:lvl1pPr marL="342900" indent="-342900" algn="l" rtl="0" eaLnBrk="0" fontAlgn="base" hangingPunct="0">
        <a:spcBef>
          <a:spcPct val="35000"/>
        </a:spcBef>
        <a:spcAft>
          <a:spcPct val="0"/>
        </a:spcAft>
        <a:buClr>
          <a:srgbClr val="993300"/>
        </a:buClr>
        <a:buSzPct val="110000"/>
        <a:buFont typeface="Wingdings" panose="05000000000000000000" pitchFamily="2" charset="2"/>
        <a:buChar char="§"/>
        <a:defRPr kumimoji="1">
          <a:solidFill>
            <a:schemeClr val="tx1"/>
          </a:solidFill>
          <a:latin typeface="+mn-lt"/>
          <a:ea typeface="MS PGothic"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110000"/>
        <a:buFont typeface="Arial" panose="020B0604020202020204" pitchFamily="34" charset="0"/>
        <a:buChar char="•"/>
        <a:defRPr kumimoji="1">
          <a:solidFill>
            <a:schemeClr val="tx1"/>
          </a:solidFill>
          <a:latin typeface="+mn-lt"/>
          <a:ea typeface="MS PGothic"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itchFamily="34" charset="-128"/>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59.xml"/><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6.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63.xml"/><Relationship Id="rId1" Type="http://schemas.openxmlformats.org/officeDocument/2006/relationships/slideLayout" Target="../slideLayouts/slideLayout6.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4">
            <a:extLst>
              <a:ext uri="{FF2B5EF4-FFF2-40B4-BE49-F238E27FC236}">
                <a16:creationId xmlns:a16="http://schemas.microsoft.com/office/drawing/2014/main" id="{9BD8569B-4861-4CBE-8902-C2DD5C49C833}"/>
              </a:ext>
            </a:extLst>
          </p:cNvPr>
          <p:cNvSpPr>
            <a:spLocks noGrp="1" noChangeArrowheads="1"/>
          </p:cNvSpPr>
          <p:nvPr>
            <p:ph type="ctrTitle"/>
          </p:nvPr>
        </p:nvSpPr>
        <p:spPr>
          <a:xfrm>
            <a:off x="371475" y="1831975"/>
            <a:ext cx="8458200" cy="1143000"/>
          </a:xfrm>
          <a:noFill/>
        </p:spPr>
        <p:txBody>
          <a:bodyPr/>
          <a:lstStyle/>
          <a:p>
            <a:pPr eaLnBrk="1" hangingPunct="1"/>
            <a:r>
              <a:rPr lang="en-US" altLang="en-US" dirty="0"/>
              <a:t>Chapter 3:  Processes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43F2AA79-94D9-4276-9C41-F8DFF3001472}"/>
              </a:ext>
            </a:extLst>
          </p:cNvPr>
          <p:cNvSpPr>
            <a:spLocks noGrp="1" noChangeArrowheads="1"/>
          </p:cNvSpPr>
          <p:nvPr>
            <p:ph type="title"/>
          </p:nvPr>
        </p:nvSpPr>
        <p:spPr>
          <a:xfrm>
            <a:off x="1644650" y="228600"/>
            <a:ext cx="6380163" cy="576263"/>
          </a:xfrm>
        </p:spPr>
        <p:txBody>
          <a:bodyPr/>
          <a:lstStyle/>
          <a:p>
            <a:pPr eaLnBrk="1" hangingPunct="1"/>
            <a:r>
              <a:rPr lang="en-US" altLang="en-US" dirty="0"/>
              <a:t>Outline</a:t>
            </a:r>
          </a:p>
        </p:txBody>
      </p:sp>
      <p:sp>
        <p:nvSpPr>
          <p:cNvPr id="7171" name="Rectangle 3">
            <a:extLst>
              <a:ext uri="{FF2B5EF4-FFF2-40B4-BE49-F238E27FC236}">
                <a16:creationId xmlns:a16="http://schemas.microsoft.com/office/drawing/2014/main" id="{5C7B4A6B-A9B9-465A-90EA-66F577052347}"/>
              </a:ext>
            </a:extLst>
          </p:cNvPr>
          <p:cNvSpPr>
            <a:spLocks noGrp="1" noChangeArrowheads="1"/>
          </p:cNvSpPr>
          <p:nvPr>
            <p:ph type="body" idx="1"/>
          </p:nvPr>
        </p:nvSpPr>
        <p:spPr>
          <a:xfrm>
            <a:off x="801688" y="1149350"/>
            <a:ext cx="7791450" cy="3822700"/>
          </a:xfrm>
        </p:spPr>
        <p:txBody>
          <a:bodyPr/>
          <a:lstStyle/>
          <a:p>
            <a:r>
              <a:rPr lang="en-US" altLang="en-US" dirty="0"/>
              <a:t>Process Concept</a:t>
            </a:r>
          </a:p>
          <a:p>
            <a:r>
              <a:rPr lang="en-US" altLang="en-US" dirty="0"/>
              <a:t>Process Scheduling</a:t>
            </a:r>
          </a:p>
          <a:p>
            <a:r>
              <a:rPr lang="en-US" altLang="en-US" dirty="0"/>
              <a:t>Operations on Processes</a:t>
            </a:r>
          </a:p>
          <a:p>
            <a:r>
              <a:rPr lang="en-US" altLang="en-US" dirty="0"/>
              <a:t>Interprocess Communication</a:t>
            </a:r>
          </a:p>
          <a:p>
            <a:r>
              <a:rPr lang="en-US" altLang="en-US" dirty="0"/>
              <a:t>IPC in Shared-Memory Systems</a:t>
            </a:r>
          </a:p>
          <a:p>
            <a:r>
              <a:rPr lang="en-US" altLang="en-US" dirty="0"/>
              <a:t>IPC in Message-Passing Systems</a:t>
            </a:r>
          </a:p>
          <a:p>
            <a:r>
              <a:rPr lang="en-US" altLang="en-US" strike="sngStrike" dirty="0"/>
              <a:t>Examples of IPC Systems</a:t>
            </a:r>
          </a:p>
          <a:p>
            <a:r>
              <a:rPr lang="en-US" altLang="en-US" dirty="0"/>
              <a:t>Communication in Client-Server Systems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a:extLst>
              <a:ext uri="{FF2B5EF4-FFF2-40B4-BE49-F238E27FC236}">
                <a16:creationId xmlns:a16="http://schemas.microsoft.com/office/drawing/2014/main" id="{28163CEC-73A6-4E96-880E-3A57C5F4B18D}"/>
              </a:ext>
            </a:extLst>
          </p:cNvPr>
          <p:cNvSpPr>
            <a:spLocks noGrp="1" noChangeArrowheads="1"/>
          </p:cNvSpPr>
          <p:nvPr>
            <p:ph type="title"/>
          </p:nvPr>
        </p:nvSpPr>
        <p:spPr>
          <a:xfrm>
            <a:off x="457200" y="236538"/>
            <a:ext cx="8229600" cy="576262"/>
          </a:xfrm>
        </p:spPr>
        <p:txBody>
          <a:bodyPr/>
          <a:lstStyle/>
          <a:p>
            <a:pPr eaLnBrk="1" hangingPunct="1"/>
            <a:r>
              <a:rPr lang="en-US" altLang="en-US"/>
              <a:t>Objectives</a:t>
            </a:r>
          </a:p>
        </p:txBody>
      </p:sp>
      <p:sp>
        <p:nvSpPr>
          <p:cNvPr id="9219" name="Content Placeholder 2">
            <a:extLst>
              <a:ext uri="{FF2B5EF4-FFF2-40B4-BE49-F238E27FC236}">
                <a16:creationId xmlns:a16="http://schemas.microsoft.com/office/drawing/2014/main" id="{A0DD2938-EA4E-48BC-A833-20DE32AC1BFC}"/>
              </a:ext>
            </a:extLst>
          </p:cNvPr>
          <p:cNvSpPr>
            <a:spLocks noGrp="1" noChangeArrowheads="1"/>
          </p:cNvSpPr>
          <p:nvPr>
            <p:ph idx="1"/>
          </p:nvPr>
        </p:nvSpPr>
        <p:spPr>
          <a:xfrm>
            <a:off x="801688" y="1138238"/>
            <a:ext cx="7745412" cy="4530725"/>
          </a:xfrm>
        </p:spPr>
        <p:txBody>
          <a:bodyPr/>
          <a:lstStyle/>
          <a:p>
            <a:r>
              <a:rPr lang="en-US" altLang="en-US" dirty="0"/>
              <a:t>Identify the separate components of a process and illustrate how they are represented and scheduled in an operating system.</a:t>
            </a:r>
          </a:p>
          <a:p>
            <a:r>
              <a:rPr lang="en-US" altLang="en-US" dirty="0"/>
              <a:t>Describe how processes are created and terminated in an operating system, including developing programs using the appropriate system calls that perform these operations.</a:t>
            </a:r>
          </a:p>
          <a:p>
            <a:r>
              <a:rPr lang="en-US" altLang="en-US" dirty="0"/>
              <a:t>Describe and contrast </a:t>
            </a:r>
            <a:r>
              <a:rPr lang="en-US" altLang="en-US" dirty="0" err="1"/>
              <a:t>interprocess</a:t>
            </a:r>
            <a:r>
              <a:rPr lang="en-US" altLang="en-US" dirty="0"/>
              <a:t> communication using shared memory and message passing.</a:t>
            </a:r>
          </a:p>
          <a:p>
            <a:r>
              <a:rPr lang="en-US" altLang="en-US" strike="sngStrike" dirty="0"/>
              <a:t>Design programs that uses pipes and POSIX shared memory to perform </a:t>
            </a:r>
            <a:r>
              <a:rPr lang="en-US" altLang="en-US" strike="sngStrike" dirty="0" err="1"/>
              <a:t>interprocess</a:t>
            </a:r>
            <a:r>
              <a:rPr lang="en-US" altLang="en-US" strike="sngStrike" dirty="0"/>
              <a:t> communication.</a:t>
            </a:r>
          </a:p>
          <a:p>
            <a:r>
              <a:rPr lang="en-US" altLang="en-US" dirty="0"/>
              <a:t>Describe client-server communication using sockets and remote procedure calls.</a:t>
            </a:r>
          </a:p>
          <a:p>
            <a:r>
              <a:rPr lang="en-US" altLang="en-US" strike="sngStrike" dirty="0"/>
              <a:t>Design kernel modules that interact with the Linux operating system.</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17E8AE27-E50C-40A0-B477-CFFEC3475E01}"/>
              </a:ext>
            </a:extLst>
          </p:cNvPr>
          <p:cNvSpPr>
            <a:spLocks noGrp="1" noChangeArrowheads="1"/>
          </p:cNvSpPr>
          <p:nvPr>
            <p:ph type="title"/>
          </p:nvPr>
        </p:nvSpPr>
        <p:spPr>
          <a:xfrm>
            <a:off x="1576388" y="222250"/>
            <a:ext cx="6107112" cy="576263"/>
          </a:xfrm>
        </p:spPr>
        <p:txBody>
          <a:bodyPr/>
          <a:lstStyle/>
          <a:p>
            <a:pPr eaLnBrk="1" hangingPunct="1"/>
            <a:r>
              <a:rPr lang="en-US" altLang="en-US"/>
              <a:t>Process Concept</a:t>
            </a:r>
          </a:p>
        </p:txBody>
      </p:sp>
      <p:sp>
        <p:nvSpPr>
          <p:cNvPr id="11267" name="Rectangle 3">
            <a:extLst>
              <a:ext uri="{FF2B5EF4-FFF2-40B4-BE49-F238E27FC236}">
                <a16:creationId xmlns:a16="http://schemas.microsoft.com/office/drawing/2014/main" id="{5D446FCF-843C-4B0E-B66C-D60BED27776C}"/>
              </a:ext>
            </a:extLst>
          </p:cNvPr>
          <p:cNvSpPr>
            <a:spLocks noGrp="1" noChangeArrowheads="1"/>
          </p:cNvSpPr>
          <p:nvPr>
            <p:ph type="body" idx="1"/>
          </p:nvPr>
        </p:nvSpPr>
        <p:spPr>
          <a:xfrm>
            <a:off x="793750" y="1206500"/>
            <a:ext cx="7624536" cy="4758871"/>
          </a:xfrm>
        </p:spPr>
        <p:txBody>
          <a:bodyPr/>
          <a:lstStyle/>
          <a:p>
            <a:pPr>
              <a:lnSpc>
                <a:spcPct val="90000"/>
              </a:lnSpc>
            </a:pPr>
            <a:r>
              <a:rPr lang="en-US" altLang="en-US" dirty="0"/>
              <a:t>An operating system executes a variety of programs that run as a process.</a:t>
            </a:r>
          </a:p>
          <a:p>
            <a:pPr>
              <a:lnSpc>
                <a:spcPct val="90000"/>
              </a:lnSpc>
            </a:pPr>
            <a:r>
              <a:rPr lang="en-US" altLang="en-US" b="1" dirty="0">
                <a:solidFill>
                  <a:srgbClr val="006699"/>
                </a:solidFill>
                <a:latin typeface="+mj-lt"/>
              </a:rPr>
              <a:t>Process</a:t>
            </a:r>
            <a:r>
              <a:rPr lang="en-US" altLang="en-US" dirty="0"/>
              <a:t> – a program in execution; process execution must progress in sequential fashion. No parallel execution of instructions of a  single process</a:t>
            </a:r>
          </a:p>
          <a:p>
            <a:r>
              <a:rPr lang="en-US" altLang="en-US" dirty="0"/>
              <a:t>Multiple parts</a:t>
            </a:r>
          </a:p>
          <a:p>
            <a:pPr lvl="1"/>
            <a:r>
              <a:rPr lang="en-US" altLang="en-US" dirty="0"/>
              <a:t>The program code, also called </a:t>
            </a:r>
            <a:r>
              <a:rPr lang="en-US" altLang="en-US" b="1" dirty="0">
                <a:solidFill>
                  <a:srgbClr val="006699"/>
                </a:solidFill>
                <a:latin typeface="+mj-lt"/>
              </a:rPr>
              <a:t>text</a:t>
            </a:r>
            <a:r>
              <a:rPr lang="en-US" altLang="en-US" b="1" dirty="0">
                <a:solidFill>
                  <a:srgbClr val="3366FF"/>
                </a:solidFill>
              </a:rPr>
              <a:t> </a:t>
            </a:r>
            <a:r>
              <a:rPr lang="en-US" altLang="en-US" b="1" dirty="0">
                <a:solidFill>
                  <a:srgbClr val="006699"/>
                </a:solidFill>
                <a:latin typeface="+mj-lt"/>
              </a:rPr>
              <a:t>section</a:t>
            </a:r>
          </a:p>
          <a:p>
            <a:pPr lvl="1"/>
            <a:r>
              <a:rPr lang="en-US" altLang="en-US" dirty="0"/>
              <a:t>Current activity including</a:t>
            </a:r>
            <a:r>
              <a:rPr lang="en-US" altLang="en-US" b="1" dirty="0">
                <a:solidFill>
                  <a:srgbClr val="3366FF"/>
                </a:solidFill>
              </a:rPr>
              <a:t> </a:t>
            </a:r>
            <a:r>
              <a:rPr lang="en-US" altLang="en-US" b="1" dirty="0">
                <a:solidFill>
                  <a:srgbClr val="006699"/>
                </a:solidFill>
                <a:latin typeface="+mj-lt"/>
              </a:rPr>
              <a:t>program</a:t>
            </a:r>
            <a:r>
              <a:rPr lang="en-US" altLang="en-US" b="1" dirty="0"/>
              <a:t> </a:t>
            </a:r>
            <a:r>
              <a:rPr lang="en-US" altLang="en-US" b="1" dirty="0">
                <a:solidFill>
                  <a:srgbClr val="006699"/>
                </a:solidFill>
                <a:latin typeface="+mj-lt"/>
              </a:rPr>
              <a:t>counter</a:t>
            </a:r>
            <a:r>
              <a:rPr lang="en-US" altLang="en-US" dirty="0"/>
              <a:t>, processor registers</a:t>
            </a:r>
          </a:p>
          <a:p>
            <a:pPr lvl="1"/>
            <a:r>
              <a:rPr lang="en-US" altLang="en-US" b="1" dirty="0">
                <a:solidFill>
                  <a:srgbClr val="006699"/>
                </a:solidFill>
                <a:latin typeface="+mj-lt"/>
              </a:rPr>
              <a:t>Stack</a:t>
            </a:r>
            <a:r>
              <a:rPr lang="en-US" altLang="en-US" b="1" dirty="0"/>
              <a:t> </a:t>
            </a:r>
            <a:r>
              <a:rPr lang="en-US" altLang="en-US" dirty="0"/>
              <a:t>containing temporary data</a:t>
            </a:r>
          </a:p>
          <a:p>
            <a:pPr lvl="2"/>
            <a:r>
              <a:rPr lang="en-US" altLang="en-US" dirty="0"/>
              <a:t>Function parameters, return addresses, local variables</a:t>
            </a:r>
          </a:p>
          <a:p>
            <a:pPr lvl="1"/>
            <a:r>
              <a:rPr lang="en-US" altLang="en-US" b="1" dirty="0">
                <a:solidFill>
                  <a:srgbClr val="006699"/>
                </a:solidFill>
                <a:latin typeface="+mj-lt"/>
              </a:rPr>
              <a:t>Data</a:t>
            </a:r>
            <a:r>
              <a:rPr lang="en-US" altLang="en-US" b="1" dirty="0">
                <a:solidFill>
                  <a:srgbClr val="3366FF"/>
                </a:solidFill>
              </a:rPr>
              <a:t> </a:t>
            </a:r>
            <a:r>
              <a:rPr lang="en-US" altLang="en-US" b="1" dirty="0">
                <a:solidFill>
                  <a:srgbClr val="006699"/>
                </a:solidFill>
                <a:latin typeface="+mj-lt"/>
              </a:rPr>
              <a:t>section</a:t>
            </a:r>
            <a:r>
              <a:rPr lang="en-US" altLang="en-US" b="1" dirty="0"/>
              <a:t> </a:t>
            </a:r>
            <a:r>
              <a:rPr lang="en-US" altLang="en-US" dirty="0"/>
              <a:t>containing global variables</a:t>
            </a:r>
          </a:p>
          <a:p>
            <a:pPr lvl="1"/>
            <a:r>
              <a:rPr lang="en-US" altLang="en-US" b="1" dirty="0">
                <a:solidFill>
                  <a:srgbClr val="006699"/>
                </a:solidFill>
                <a:latin typeface="+mj-lt"/>
              </a:rPr>
              <a:t>Heap</a:t>
            </a:r>
            <a:r>
              <a:rPr lang="en-US" altLang="en-US" b="1" dirty="0"/>
              <a:t> </a:t>
            </a:r>
            <a:r>
              <a:rPr lang="en-US" altLang="en-US" dirty="0"/>
              <a:t>containing memory dynamically allocated during run time</a:t>
            </a:r>
          </a:p>
          <a:p>
            <a:pPr>
              <a:lnSpc>
                <a:spcPct val="90000"/>
              </a:lnSpc>
              <a:buFont typeface="Monotype Sorts" pitchFamily="-84" charset="2"/>
              <a:buNone/>
            </a:pPr>
            <a:endParaRPr lang="en-US" altLang="en-US" dirty="0"/>
          </a:p>
          <a:p>
            <a:pPr>
              <a:lnSpc>
                <a:spcPct val="90000"/>
              </a:lnSpc>
              <a:buFont typeface="Monotype Sorts" pitchFamily="-84" charset="2"/>
              <a:buNone/>
            </a:pPr>
            <a:endParaRPr lang="en-US" alt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39FB78B1-A72C-494F-9718-8FF44F7505B0}"/>
              </a:ext>
            </a:extLst>
          </p:cNvPr>
          <p:cNvSpPr>
            <a:spLocks noGrp="1" noChangeArrowheads="1"/>
          </p:cNvSpPr>
          <p:nvPr>
            <p:ph type="title"/>
          </p:nvPr>
        </p:nvSpPr>
        <p:spPr>
          <a:xfrm>
            <a:off x="1576388" y="230188"/>
            <a:ext cx="6107112" cy="576262"/>
          </a:xfrm>
        </p:spPr>
        <p:txBody>
          <a:bodyPr/>
          <a:lstStyle/>
          <a:p>
            <a:pPr eaLnBrk="1" hangingPunct="1"/>
            <a:r>
              <a:rPr lang="en-US" altLang="en-US"/>
              <a:t>Process Concept (Cont.)</a:t>
            </a:r>
          </a:p>
        </p:txBody>
      </p:sp>
      <p:sp>
        <p:nvSpPr>
          <p:cNvPr id="13315" name="Rectangle 3">
            <a:extLst>
              <a:ext uri="{FF2B5EF4-FFF2-40B4-BE49-F238E27FC236}">
                <a16:creationId xmlns:a16="http://schemas.microsoft.com/office/drawing/2014/main" id="{1B99AC1A-7079-467A-A88A-5DCC86E364CB}"/>
              </a:ext>
            </a:extLst>
          </p:cNvPr>
          <p:cNvSpPr>
            <a:spLocks noGrp="1" noChangeArrowheads="1"/>
          </p:cNvSpPr>
          <p:nvPr>
            <p:ph type="body" idx="1"/>
          </p:nvPr>
        </p:nvSpPr>
        <p:spPr>
          <a:xfrm>
            <a:off x="793750" y="1203325"/>
            <a:ext cx="6949621" cy="4595132"/>
          </a:xfrm>
        </p:spPr>
        <p:txBody>
          <a:bodyPr/>
          <a:lstStyle/>
          <a:p>
            <a:r>
              <a:rPr lang="en-US" altLang="en-US" dirty="0"/>
              <a:t>Program is </a:t>
            </a:r>
            <a:r>
              <a:rPr lang="en-US" altLang="en-US" b="1" dirty="0"/>
              <a:t>passive</a:t>
            </a:r>
            <a:r>
              <a:rPr lang="en-US" altLang="en-US" dirty="0"/>
              <a:t> entity stored on disk (</a:t>
            </a:r>
            <a:r>
              <a:rPr lang="en-US" altLang="en-US" b="1" dirty="0">
                <a:solidFill>
                  <a:srgbClr val="006699"/>
                </a:solidFill>
                <a:latin typeface="+mj-lt"/>
              </a:rPr>
              <a:t>executable</a:t>
            </a:r>
            <a:r>
              <a:rPr lang="en-US" altLang="en-US" b="1" dirty="0">
                <a:solidFill>
                  <a:srgbClr val="3366FF"/>
                </a:solidFill>
              </a:rPr>
              <a:t> </a:t>
            </a:r>
            <a:r>
              <a:rPr lang="en-US" altLang="en-US" b="1" dirty="0">
                <a:solidFill>
                  <a:srgbClr val="006699"/>
                </a:solidFill>
                <a:latin typeface="+mj-lt"/>
              </a:rPr>
              <a:t>file</a:t>
            </a:r>
            <a:r>
              <a:rPr lang="en-US" altLang="en-US" dirty="0"/>
              <a:t>); process is </a:t>
            </a:r>
            <a:r>
              <a:rPr lang="en-US" altLang="en-US" b="1" dirty="0"/>
              <a:t>active</a:t>
            </a:r>
            <a:r>
              <a:rPr lang="en-US" altLang="en-US" b="1" i="1" dirty="0"/>
              <a:t> </a:t>
            </a:r>
          </a:p>
          <a:p>
            <a:pPr lvl="1"/>
            <a:r>
              <a:rPr lang="en-US" altLang="en-US" dirty="0"/>
              <a:t>Program becomes process when an executable file is loaded into memory</a:t>
            </a:r>
          </a:p>
          <a:p>
            <a:r>
              <a:rPr lang="en-US" altLang="en-US" dirty="0"/>
              <a:t>Execution of program started via GUI mouse clicks, command line entry of its name, etc.</a:t>
            </a:r>
          </a:p>
          <a:p>
            <a:r>
              <a:rPr lang="en-US" altLang="en-US" dirty="0"/>
              <a:t>One program can be several processes</a:t>
            </a:r>
          </a:p>
          <a:p>
            <a:pPr lvl="1"/>
            <a:r>
              <a:rPr lang="en-US" altLang="en-US" dirty="0"/>
              <a:t>Consider multiple users executing the same program</a:t>
            </a:r>
          </a:p>
          <a:p>
            <a:pPr>
              <a:lnSpc>
                <a:spcPct val="90000"/>
              </a:lnSpc>
            </a:pPr>
            <a:endParaRPr lang="en-US" altLang="en-US" dirty="0"/>
          </a:p>
          <a:p>
            <a:pPr>
              <a:lnSpc>
                <a:spcPct val="90000"/>
              </a:lnSpc>
              <a:buFont typeface="Monotype Sorts" pitchFamily="-84" charset="2"/>
              <a:buNone/>
            </a:pPr>
            <a:endParaRPr lang="en-US" alt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20AFA67C-5037-4199-ADB3-2B949804BC7A}"/>
              </a:ext>
            </a:extLst>
          </p:cNvPr>
          <p:cNvSpPr>
            <a:spLocks noGrp="1" noChangeArrowheads="1"/>
          </p:cNvSpPr>
          <p:nvPr>
            <p:ph type="title"/>
          </p:nvPr>
        </p:nvSpPr>
        <p:spPr>
          <a:xfrm>
            <a:off x="457200" y="222250"/>
            <a:ext cx="8229600" cy="576263"/>
          </a:xfrm>
        </p:spPr>
        <p:txBody>
          <a:bodyPr/>
          <a:lstStyle/>
          <a:p>
            <a:pPr eaLnBrk="1" hangingPunct="1"/>
            <a:r>
              <a:rPr lang="en-US" altLang="en-US"/>
              <a:t>Process in Memory</a:t>
            </a:r>
          </a:p>
        </p:txBody>
      </p:sp>
      <p:pic>
        <p:nvPicPr>
          <p:cNvPr id="15363" name="Picture 1">
            <a:extLst>
              <a:ext uri="{FF2B5EF4-FFF2-40B4-BE49-F238E27FC236}">
                <a16:creationId xmlns:a16="http://schemas.microsoft.com/office/drawing/2014/main" id="{56913459-B2A5-4780-A47A-63C55AF8C37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257550" y="1595438"/>
            <a:ext cx="2655888" cy="4249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id="{5F0918BC-EE47-4B64-B75C-97D41C08DCAD}"/>
              </a:ext>
            </a:extLst>
          </p:cNvPr>
          <p:cNvSpPr>
            <a:spLocks noGrp="1" noChangeArrowheads="1"/>
          </p:cNvSpPr>
          <p:nvPr>
            <p:ph type="title"/>
          </p:nvPr>
        </p:nvSpPr>
        <p:spPr>
          <a:xfrm>
            <a:off x="1074057" y="196397"/>
            <a:ext cx="8077200" cy="576263"/>
          </a:xfrm>
        </p:spPr>
        <p:txBody>
          <a:bodyPr/>
          <a:lstStyle/>
          <a:p>
            <a:r>
              <a:rPr lang="en-US" altLang="en-US" dirty="0"/>
              <a:t>Memory Layout of a C Program</a:t>
            </a:r>
          </a:p>
        </p:txBody>
      </p:sp>
      <p:pic>
        <p:nvPicPr>
          <p:cNvPr id="17411" name="Picture 1">
            <a:extLst>
              <a:ext uri="{FF2B5EF4-FFF2-40B4-BE49-F238E27FC236}">
                <a16:creationId xmlns:a16="http://schemas.microsoft.com/office/drawing/2014/main" id="{E58EFC16-5ABF-4B34-B546-50AB9FB81842}"/>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952500" y="1701800"/>
            <a:ext cx="7227888" cy="3433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0890CFA9-9E5C-4419-8C0A-3AE15BC75848}"/>
              </a:ext>
            </a:extLst>
          </p:cNvPr>
          <p:cNvSpPr>
            <a:spLocks noGrp="1" noChangeArrowheads="1"/>
          </p:cNvSpPr>
          <p:nvPr>
            <p:ph type="title"/>
          </p:nvPr>
        </p:nvSpPr>
        <p:spPr>
          <a:xfrm>
            <a:off x="1360488" y="228600"/>
            <a:ext cx="6251575" cy="576263"/>
          </a:xfrm>
        </p:spPr>
        <p:txBody>
          <a:bodyPr/>
          <a:lstStyle/>
          <a:p>
            <a:pPr eaLnBrk="1" hangingPunct="1"/>
            <a:r>
              <a:rPr lang="en-US" altLang="en-US"/>
              <a:t>Process State</a:t>
            </a:r>
          </a:p>
        </p:txBody>
      </p:sp>
      <p:sp>
        <p:nvSpPr>
          <p:cNvPr id="18435" name="Rectangle 3">
            <a:extLst>
              <a:ext uri="{FF2B5EF4-FFF2-40B4-BE49-F238E27FC236}">
                <a16:creationId xmlns:a16="http://schemas.microsoft.com/office/drawing/2014/main" id="{024CBB90-3DD4-48C6-830E-D5B680DA86BE}"/>
              </a:ext>
            </a:extLst>
          </p:cNvPr>
          <p:cNvSpPr>
            <a:spLocks noGrp="1" noChangeArrowheads="1"/>
          </p:cNvSpPr>
          <p:nvPr>
            <p:ph type="body" idx="1"/>
          </p:nvPr>
        </p:nvSpPr>
        <p:spPr>
          <a:xfrm>
            <a:off x="806450" y="1246188"/>
            <a:ext cx="7370763" cy="3254375"/>
          </a:xfrm>
        </p:spPr>
        <p:txBody>
          <a:bodyPr/>
          <a:lstStyle/>
          <a:p>
            <a:r>
              <a:rPr lang="en-US" altLang="en-US" dirty="0"/>
              <a:t>As a process executes, it changes </a:t>
            </a:r>
            <a:r>
              <a:rPr lang="en-US" altLang="en-US" b="1" dirty="0">
                <a:solidFill>
                  <a:srgbClr val="006699"/>
                </a:solidFill>
                <a:latin typeface="+mj-lt"/>
              </a:rPr>
              <a:t>state</a:t>
            </a:r>
          </a:p>
          <a:p>
            <a:pPr lvl="1"/>
            <a:r>
              <a:rPr lang="en-US" altLang="en-US" b="1" dirty="0"/>
              <a:t>New</a:t>
            </a:r>
            <a:r>
              <a:rPr lang="en-US" altLang="en-US" dirty="0"/>
              <a:t>:  The process is being created</a:t>
            </a:r>
          </a:p>
          <a:p>
            <a:pPr lvl="1"/>
            <a:r>
              <a:rPr lang="en-US" altLang="en-US" b="1" dirty="0"/>
              <a:t>Running</a:t>
            </a:r>
            <a:r>
              <a:rPr lang="en-US" altLang="en-US" dirty="0"/>
              <a:t>:  Instructions are being executed</a:t>
            </a:r>
          </a:p>
          <a:p>
            <a:pPr lvl="1"/>
            <a:r>
              <a:rPr lang="en-US" altLang="en-US" b="1" dirty="0"/>
              <a:t>Waiting</a:t>
            </a:r>
            <a:r>
              <a:rPr lang="en-US" altLang="en-US" dirty="0"/>
              <a:t>:  The process is waiting for some event to occur</a:t>
            </a:r>
          </a:p>
          <a:p>
            <a:pPr lvl="1"/>
            <a:r>
              <a:rPr lang="en-US" altLang="en-US" b="1" dirty="0"/>
              <a:t>Ready</a:t>
            </a:r>
            <a:r>
              <a:rPr lang="en-US" altLang="en-US" dirty="0"/>
              <a:t>:  The process is waiting to be assigned to a processor</a:t>
            </a:r>
          </a:p>
          <a:p>
            <a:pPr lvl="1"/>
            <a:r>
              <a:rPr lang="en-US" altLang="en-US" b="1" dirty="0"/>
              <a:t>Terminated</a:t>
            </a:r>
            <a:r>
              <a:rPr lang="en-US" altLang="en-US" dirty="0"/>
              <a:t>:  The process has finished execution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03351C7C-1AE3-4532-A2F7-C7EB33BCDB3F}"/>
              </a:ext>
            </a:extLst>
          </p:cNvPr>
          <p:cNvSpPr>
            <a:spLocks noGrp="1" noChangeArrowheads="1"/>
          </p:cNvSpPr>
          <p:nvPr>
            <p:ph type="title"/>
          </p:nvPr>
        </p:nvSpPr>
        <p:spPr>
          <a:xfrm>
            <a:off x="739775" y="228600"/>
            <a:ext cx="7947025" cy="576263"/>
          </a:xfrm>
        </p:spPr>
        <p:txBody>
          <a:bodyPr/>
          <a:lstStyle/>
          <a:p>
            <a:pPr eaLnBrk="1" hangingPunct="1"/>
            <a:r>
              <a:rPr lang="en-US" altLang="en-US"/>
              <a:t>Diagram of Process State</a:t>
            </a:r>
          </a:p>
        </p:txBody>
      </p:sp>
      <p:pic>
        <p:nvPicPr>
          <p:cNvPr id="20483" name="Picture 1">
            <a:extLst>
              <a:ext uri="{FF2B5EF4-FFF2-40B4-BE49-F238E27FC236}">
                <a16:creationId xmlns:a16="http://schemas.microsoft.com/office/drawing/2014/main" id="{C48543A4-67CA-450C-8237-41432A1A6BFB}"/>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093913" y="2238375"/>
            <a:ext cx="5591175" cy="2179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FC14ED24-AEFF-4F38-8076-4F8FF58C3F94}"/>
              </a:ext>
            </a:extLst>
          </p:cNvPr>
          <p:cNvSpPr>
            <a:spLocks noGrp="1" noChangeArrowheads="1"/>
          </p:cNvSpPr>
          <p:nvPr>
            <p:ph type="title"/>
          </p:nvPr>
        </p:nvSpPr>
        <p:spPr>
          <a:xfrm>
            <a:off x="1166813" y="193903"/>
            <a:ext cx="7519987" cy="576262"/>
          </a:xfrm>
        </p:spPr>
        <p:txBody>
          <a:bodyPr/>
          <a:lstStyle/>
          <a:p>
            <a:pPr eaLnBrk="1" hangingPunct="1"/>
            <a:r>
              <a:rPr lang="en-US" altLang="en-US" dirty="0"/>
              <a:t>Process Control Block (PCB)</a:t>
            </a:r>
          </a:p>
        </p:txBody>
      </p:sp>
      <p:sp>
        <p:nvSpPr>
          <p:cNvPr id="22531" name="Rectangle 3">
            <a:extLst>
              <a:ext uri="{FF2B5EF4-FFF2-40B4-BE49-F238E27FC236}">
                <a16:creationId xmlns:a16="http://schemas.microsoft.com/office/drawing/2014/main" id="{DEEAF946-6112-4200-8913-ED1F42CE1EF2}"/>
              </a:ext>
            </a:extLst>
          </p:cNvPr>
          <p:cNvSpPr>
            <a:spLocks noGrp="1" noChangeArrowheads="1"/>
          </p:cNvSpPr>
          <p:nvPr>
            <p:ph type="body" idx="1"/>
          </p:nvPr>
        </p:nvSpPr>
        <p:spPr>
          <a:xfrm>
            <a:off x="849991" y="1823222"/>
            <a:ext cx="5616122" cy="4417927"/>
          </a:xfrm>
        </p:spPr>
        <p:txBody>
          <a:bodyPr/>
          <a:lstStyle/>
          <a:p>
            <a:r>
              <a:rPr lang="en-US" altLang="en-US" sz="1700" dirty="0"/>
              <a:t>Process state – running, waiting, etc.</a:t>
            </a:r>
          </a:p>
          <a:p>
            <a:r>
              <a:rPr lang="en-US" altLang="en-US" sz="1700" dirty="0"/>
              <a:t>Program counter – location of instruction to next execute</a:t>
            </a:r>
          </a:p>
          <a:p>
            <a:r>
              <a:rPr lang="en-US" altLang="en-US" sz="1700" dirty="0"/>
              <a:t>CPU registers – contents of all process-centric registers</a:t>
            </a:r>
          </a:p>
          <a:p>
            <a:r>
              <a:rPr lang="en-US" altLang="en-US" sz="1700" dirty="0"/>
              <a:t>CPU scheduling information- priorities, scheduling queue pointers</a:t>
            </a:r>
          </a:p>
          <a:p>
            <a:r>
              <a:rPr lang="en-US" altLang="en-US" sz="1700" dirty="0"/>
              <a:t>Memory-management information – memory allocated to the process</a:t>
            </a:r>
          </a:p>
          <a:p>
            <a:r>
              <a:rPr lang="en-US" altLang="en-US" sz="1700" dirty="0"/>
              <a:t>Accounting information – CPU used, clock time elapsed since start, time limits</a:t>
            </a:r>
          </a:p>
          <a:p>
            <a:r>
              <a:rPr lang="en-US" altLang="en-US" sz="1700" dirty="0"/>
              <a:t>I/O status information – I/O devices allocated to process, list of open files</a:t>
            </a:r>
          </a:p>
          <a:p>
            <a:endParaRPr lang="en-US" altLang="en-US" dirty="0"/>
          </a:p>
        </p:txBody>
      </p:sp>
      <p:pic>
        <p:nvPicPr>
          <p:cNvPr id="22532" name="Picture 1">
            <a:extLst>
              <a:ext uri="{FF2B5EF4-FFF2-40B4-BE49-F238E27FC236}">
                <a16:creationId xmlns:a16="http://schemas.microsoft.com/office/drawing/2014/main" id="{4C1B42D7-9239-4535-8C25-EF8AF0D9262E}"/>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623729" y="2121125"/>
            <a:ext cx="1854200" cy="301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a:extLst>
              <a:ext uri="{FF2B5EF4-FFF2-40B4-BE49-F238E27FC236}">
                <a16:creationId xmlns:a16="http://schemas.microsoft.com/office/drawing/2014/main" id="{57519650-4D5E-45C9-BCF6-B2C0554D33E2}"/>
              </a:ext>
            </a:extLst>
          </p:cNvPr>
          <p:cNvSpPr txBox="1"/>
          <p:nvPr/>
        </p:nvSpPr>
        <p:spPr>
          <a:xfrm>
            <a:off x="769490" y="1110345"/>
            <a:ext cx="6874095" cy="923330"/>
          </a:xfrm>
          <a:prstGeom prst="rect">
            <a:avLst/>
          </a:prstGeom>
          <a:noFill/>
        </p:spPr>
        <p:txBody>
          <a:bodyPr wrap="square" rtlCol="0">
            <a:spAutoFit/>
          </a:bodyPr>
          <a:lstStyle/>
          <a:p>
            <a:r>
              <a:rPr lang="en-US" altLang="en-US" sz="1700" dirty="0"/>
              <a:t>Information associated with each process(also called </a:t>
            </a:r>
            <a:r>
              <a:rPr kumimoji="1" lang="en-US" altLang="en-US" b="1" dirty="0">
                <a:solidFill>
                  <a:srgbClr val="006699"/>
                </a:solidFill>
                <a:latin typeface="+mj-lt"/>
              </a:rPr>
              <a:t>task</a:t>
            </a:r>
            <a:r>
              <a:rPr lang="en-US" altLang="en-US" sz="1700" b="1" dirty="0">
                <a:solidFill>
                  <a:srgbClr val="3366FF"/>
                </a:solidFill>
              </a:rPr>
              <a:t> </a:t>
            </a:r>
            <a:r>
              <a:rPr kumimoji="1" lang="en-US" altLang="en-US" b="1" dirty="0">
                <a:solidFill>
                  <a:srgbClr val="006699"/>
                </a:solidFill>
                <a:latin typeface="+mj-lt"/>
              </a:rPr>
              <a:t>control</a:t>
            </a:r>
            <a:r>
              <a:rPr lang="en-US" altLang="en-US" sz="1700" b="1" dirty="0">
                <a:solidFill>
                  <a:srgbClr val="3366FF"/>
                </a:solidFill>
              </a:rPr>
              <a:t> </a:t>
            </a:r>
            <a:r>
              <a:rPr kumimoji="1" lang="en-US" altLang="en-US" b="1" dirty="0">
                <a:solidFill>
                  <a:srgbClr val="006699"/>
                </a:solidFill>
                <a:latin typeface="+mj-lt"/>
              </a:rPr>
              <a:t>block</a:t>
            </a:r>
            <a:r>
              <a:rPr lang="en-US" altLang="en-US" sz="1700" dirty="0"/>
              <a:t>)</a:t>
            </a:r>
          </a:p>
          <a:p>
            <a:pPr>
              <a:buFont typeface="Monotype Sorts" pitchFamily="-84" charset="2"/>
              <a:buNone/>
            </a:pPr>
            <a:r>
              <a:rPr lang="en-US" altLang="en-US" dirty="0"/>
              <a:t>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18D9066D-6E62-480A-A448-F88C6FB241E9}"/>
              </a:ext>
            </a:extLst>
          </p:cNvPr>
          <p:cNvSpPr>
            <a:spLocks noGrp="1" noChangeArrowheads="1"/>
          </p:cNvSpPr>
          <p:nvPr>
            <p:ph type="title"/>
          </p:nvPr>
        </p:nvSpPr>
        <p:spPr>
          <a:xfrm>
            <a:off x="1041400" y="230188"/>
            <a:ext cx="7383463" cy="576262"/>
          </a:xfrm>
        </p:spPr>
        <p:txBody>
          <a:bodyPr/>
          <a:lstStyle/>
          <a:p>
            <a:pPr eaLnBrk="1" hangingPunct="1"/>
            <a:r>
              <a:rPr lang="en-US" altLang="en-US"/>
              <a:t>Threads</a:t>
            </a:r>
          </a:p>
        </p:txBody>
      </p:sp>
      <p:sp>
        <p:nvSpPr>
          <p:cNvPr id="24579" name="Rectangle 3">
            <a:extLst>
              <a:ext uri="{FF2B5EF4-FFF2-40B4-BE49-F238E27FC236}">
                <a16:creationId xmlns:a16="http://schemas.microsoft.com/office/drawing/2014/main" id="{5FE53719-71CB-4158-A535-768E646E48D7}"/>
              </a:ext>
            </a:extLst>
          </p:cNvPr>
          <p:cNvSpPr>
            <a:spLocks noGrp="1" noChangeArrowheads="1"/>
          </p:cNvSpPr>
          <p:nvPr>
            <p:ph type="body" idx="1"/>
          </p:nvPr>
        </p:nvSpPr>
        <p:spPr>
          <a:xfrm>
            <a:off x="793751" y="1059091"/>
            <a:ext cx="7116536" cy="4013652"/>
          </a:xfrm>
        </p:spPr>
        <p:txBody>
          <a:bodyPr/>
          <a:lstStyle/>
          <a:p>
            <a:r>
              <a:rPr lang="en-US" altLang="en-US" dirty="0"/>
              <a:t>So far, process has a single thread of execution</a:t>
            </a:r>
          </a:p>
          <a:p>
            <a:r>
              <a:rPr lang="en-US" altLang="en-US" dirty="0"/>
              <a:t>Consider having multiple program counters per process</a:t>
            </a:r>
          </a:p>
          <a:p>
            <a:pPr lvl="1"/>
            <a:r>
              <a:rPr lang="en-US" altLang="en-US" dirty="0"/>
              <a:t>Multiple locations can execute at once</a:t>
            </a:r>
          </a:p>
          <a:p>
            <a:pPr lvl="2"/>
            <a:r>
              <a:rPr lang="en-US" altLang="en-US" dirty="0"/>
              <a:t>Multiple threads of control -&gt; </a:t>
            </a:r>
            <a:r>
              <a:rPr lang="en-US" altLang="en-US" b="1" kern="1200" dirty="0">
                <a:solidFill>
                  <a:srgbClr val="006699"/>
                </a:solidFill>
                <a:latin typeface="+mj-lt"/>
                <a:cs typeface="+mn-cs"/>
              </a:rPr>
              <a:t>threads</a:t>
            </a:r>
          </a:p>
          <a:p>
            <a:r>
              <a:rPr lang="en-US" altLang="en-US" dirty="0"/>
              <a:t>Must then have storage for thread details, multiple program counters in PCB</a:t>
            </a:r>
          </a:p>
          <a:p>
            <a:r>
              <a:rPr lang="en-US" altLang="en-US" dirty="0"/>
              <a:t>Explore in detail in Chapter 4</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6626" name="Title 1">
            <a:extLst>
              <a:ext uri="{FF2B5EF4-FFF2-40B4-BE49-F238E27FC236}">
                <a16:creationId xmlns:a16="http://schemas.microsoft.com/office/drawing/2014/main" id="{249B161E-EAED-4DCF-B609-D8AB274D0369}"/>
              </a:ext>
            </a:extLst>
          </p:cNvPr>
          <p:cNvSpPr>
            <a:spLocks noGrp="1" noChangeArrowheads="1"/>
          </p:cNvSpPr>
          <p:nvPr>
            <p:ph type="title"/>
          </p:nvPr>
        </p:nvSpPr>
        <p:spPr>
          <a:xfrm>
            <a:off x="960438" y="228600"/>
            <a:ext cx="8005762" cy="576263"/>
          </a:xfrm>
        </p:spPr>
        <p:txBody>
          <a:bodyPr/>
          <a:lstStyle/>
          <a:p>
            <a:r>
              <a:rPr lang="en-US" altLang="en-US"/>
              <a:t>Process Representation in Linux</a:t>
            </a:r>
          </a:p>
        </p:txBody>
      </p:sp>
      <p:sp>
        <p:nvSpPr>
          <p:cNvPr id="26627" name="Content Placeholder 2">
            <a:extLst>
              <a:ext uri="{FF2B5EF4-FFF2-40B4-BE49-F238E27FC236}">
                <a16:creationId xmlns:a16="http://schemas.microsoft.com/office/drawing/2014/main" id="{1363C44F-7AD0-4380-824D-C4E77F3B346A}"/>
              </a:ext>
            </a:extLst>
          </p:cNvPr>
          <p:cNvSpPr>
            <a:spLocks noGrp="1" noChangeArrowheads="1"/>
          </p:cNvSpPr>
          <p:nvPr>
            <p:ph idx="1"/>
          </p:nvPr>
        </p:nvSpPr>
        <p:spPr/>
        <p:txBody>
          <a:bodyPr/>
          <a:lstStyle/>
          <a:p>
            <a:pPr>
              <a:buFont typeface="Monotype Sorts" pitchFamily="-84" charset="2"/>
              <a:buNone/>
            </a:pPr>
            <a:r>
              <a:rPr lang="en-US" altLang="en-US"/>
              <a:t>Represented by the C structure </a:t>
            </a:r>
            <a:r>
              <a:rPr lang="en-US" altLang="en-US">
                <a:latin typeface="Courier New" panose="02070309020205020404" pitchFamily="49" charset="0"/>
              </a:rPr>
              <a:t>task_struct</a:t>
            </a:r>
          </a:p>
          <a:p>
            <a:pPr>
              <a:buFont typeface="Monotype Sorts" pitchFamily="-84" charset="2"/>
              <a:buNone/>
            </a:pPr>
            <a:br>
              <a:rPr lang="en-US" altLang="en-US">
                <a:latin typeface="Courier New" panose="02070309020205020404" pitchFamily="49" charset="0"/>
              </a:rPr>
            </a:br>
            <a:r>
              <a:rPr lang="en-US" altLang="en-US" sz="1600">
                <a:latin typeface="Courier New" panose="02070309020205020404" pitchFamily="49" charset="0"/>
              </a:rPr>
              <a:t>pid t_pid; 			/* process identifier */ </a:t>
            </a:r>
            <a:br>
              <a:rPr lang="en-US" altLang="en-US" sz="1600">
                <a:latin typeface="Courier New" panose="02070309020205020404" pitchFamily="49" charset="0"/>
              </a:rPr>
            </a:br>
            <a:r>
              <a:rPr lang="en-US" altLang="en-US" sz="1600">
                <a:latin typeface="Courier New" panose="02070309020205020404" pitchFamily="49" charset="0"/>
              </a:rPr>
              <a:t>long state; 			/* state of the process */ </a:t>
            </a:r>
            <a:br>
              <a:rPr lang="en-US" altLang="en-US" sz="1600">
                <a:latin typeface="Courier New" panose="02070309020205020404" pitchFamily="49" charset="0"/>
              </a:rPr>
            </a:br>
            <a:r>
              <a:rPr lang="en-US" altLang="en-US" sz="1600">
                <a:latin typeface="Courier New" panose="02070309020205020404" pitchFamily="49" charset="0"/>
              </a:rPr>
              <a:t>unsigned int time_slice 	/* scheduling information */ </a:t>
            </a:r>
            <a:br>
              <a:rPr lang="en-US" altLang="en-US" sz="1600">
                <a:latin typeface="Courier New" panose="02070309020205020404" pitchFamily="49" charset="0"/>
              </a:rPr>
            </a:br>
            <a:r>
              <a:rPr lang="en-US" altLang="en-US" sz="1600">
                <a:latin typeface="Courier New" panose="02070309020205020404" pitchFamily="49" charset="0"/>
              </a:rPr>
              <a:t>struct task_struct *parent;/* this process</a:t>
            </a:r>
            <a:r>
              <a:rPr lang="ja-JP" altLang="en-US" sz="1600">
                <a:latin typeface="Courier New" panose="02070309020205020404" pitchFamily="49" charset="0"/>
              </a:rPr>
              <a:t>’</a:t>
            </a:r>
            <a:r>
              <a:rPr lang="en-US" altLang="ja-JP" sz="1600">
                <a:latin typeface="Courier New" panose="02070309020205020404" pitchFamily="49" charset="0"/>
              </a:rPr>
              <a:t>s parent */ </a:t>
            </a:r>
            <a:br>
              <a:rPr lang="en-US" altLang="ja-JP" sz="1600">
                <a:latin typeface="Courier New" panose="02070309020205020404" pitchFamily="49" charset="0"/>
              </a:rPr>
            </a:br>
            <a:r>
              <a:rPr lang="en-US" altLang="ja-JP" sz="1600">
                <a:latin typeface="Courier New" panose="02070309020205020404" pitchFamily="49" charset="0"/>
              </a:rPr>
              <a:t>struct list_head children; /* this process</a:t>
            </a:r>
            <a:r>
              <a:rPr lang="ja-JP" altLang="en-US" sz="1600">
                <a:latin typeface="Courier New" panose="02070309020205020404" pitchFamily="49" charset="0"/>
              </a:rPr>
              <a:t>’</a:t>
            </a:r>
            <a:r>
              <a:rPr lang="en-US" altLang="ja-JP" sz="1600">
                <a:latin typeface="Courier New" panose="02070309020205020404" pitchFamily="49" charset="0"/>
              </a:rPr>
              <a:t>s children */ </a:t>
            </a:r>
            <a:br>
              <a:rPr lang="en-US" altLang="ja-JP" sz="1600">
                <a:latin typeface="Courier New" panose="02070309020205020404" pitchFamily="49" charset="0"/>
              </a:rPr>
            </a:br>
            <a:r>
              <a:rPr lang="en-US" altLang="ja-JP" sz="1600">
                <a:latin typeface="Courier New" panose="02070309020205020404" pitchFamily="49" charset="0"/>
              </a:rPr>
              <a:t>struct files_struct *files;/* list of open files */ </a:t>
            </a:r>
            <a:br>
              <a:rPr lang="en-US" altLang="ja-JP" sz="1600">
                <a:latin typeface="Courier New" panose="02070309020205020404" pitchFamily="49" charset="0"/>
              </a:rPr>
            </a:br>
            <a:r>
              <a:rPr lang="en-US" altLang="ja-JP" sz="1600">
                <a:latin typeface="Courier New" panose="02070309020205020404" pitchFamily="49" charset="0"/>
              </a:rPr>
              <a:t>struct mm_struct *mm; 	/* address space of this process */</a:t>
            </a:r>
            <a:endParaRPr lang="en-US" altLang="en-US" sz="1600">
              <a:latin typeface="Courier New" panose="02070309020205020404" pitchFamily="49" charset="0"/>
            </a:endParaRPr>
          </a:p>
        </p:txBody>
      </p:sp>
      <p:pic>
        <p:nvPicPr>
          <p:cNvPr id="26628" name="Picture 1">
            <a:extLst>
              <a:ext uri="{FF2B5EF4-FFF2-40B4-BE49-F238E27FC236}">
                <a16:creationId xmlns:a16="http://schemas.microsoft.com/office/drawing/2014/main" id="{93AD06B9-FDEF-4097-849B-AE5BDEF25F0B}"/>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473325" y="4075113"/>
            <a:ext cx="4578350" cy="1576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76D14E00-AC36-46B6-804B-3B1E61B7A1F4}"/>
              </a:ext>
            </a:extLst>
          </p:cNvPr>
          <p:cNvSpPr>
            <a:spLocks noGrp="1" noChangeArrowheads="1"/>
          </p:cNvSpPr>
          <p:nvPr>
            <p:ph type="title"/>
          </p:nvPr>
        </p:nvSpPr>
        <p:spPr>
          <a:xfrm>
            <a:off x="1079500" y="172132"/>
            <a:ext cx="7645400" cy="576262"/>
          </a:xfrm>
        </p:spPr>
        <p:txBody>
          <a:bodyPr/>
          <a:lstStyle/>
          <a:p>
            <a:pPr eaLnBrk="1" hangingPunct="1"/>
            <a:r>
              <a:rPr lang="en-US" altLang="en-US" dirty="0"/>
              <a:t>Process Scheduling</a:t>
            </a:r>
          </a:p>
        </p:txBody>
      </p:sp>
      <p:sp>
        <p:nvSpPr>
          <p:cNvPr id="27651" name="Rectangle 3">
            <a:extLst>
              <a:ext uri="{FF2B5EF4-FFF2-40B4-BE49-F238E27FC236}">
                <a16:creationId xmlns:a16="http://schemas.microsoft.com/office/drawing/2014/main" id="{CD9E4484-1299-4947-B075-F0D9269BBD17}"/>
              </a:ext>
            </a:extLst>
          </p:cNvPr>
          <p:cNvSpPr>
            <a:spLocks noGrp="1" noChangeArrowheads="1"/>
          </p:cNvSpPr>
          <p:nvPr>
            <p:ph type="body" idx="1"/>
          </p:nvPr>
        </p:nvSpPr>
        <p:spPr>
          <a:xfrm>
            <a:off x="820738" y="1119417"/>
            <a:ext cx="6456362" cy="3839445"/>
          </a:xfrm>
        </p:spPr>
        <p:txBody>
          <a:bodyPr/>
          <a:lstStyle/>
          <a:p>
            <a:r>
              <a:rPr lang="en-US" altLang="en-US" b="1" kern="1200" dirty="0">
                <a:solidFill>
                  <a:srgbClr val="006699"/>
                </a:solidFill>
                <a:latin typeface="+mj-lt"/>
                <a:cs typeface="+mn-cs"/>
              </a:rPr>
              <a:t>Process</a:t>
            </a:r>
            <a:r>
              <a:rPr lang="en-US" altLang="en-US" b="1" dirty="0">
                <a:solidFill>
                  <a:srgbClr val="3366FF"/>
                </a:solidFill>
              </a:rPr>
              <a:t> </a:t>
            </a:r>
            <a:r>
              <a:rPr lang="en-US" altLang="en-US" b="1" kern="1200" dirty="0">
                <a:solidFill>
                  <a:srgbClr val="006699"/>
                </a:solidFill>
                <a:latin typeface="+mj-lt"/>
                <a:cs typeface="+mn-cs"/>
              </a:rPr>
              <a:t>scheduler</a:t>
            </a:r>
            <a:r>
              <a:rPr lang="en-US" altLang="en-US" b="1" dirty="0">
                <a:solidFill>
                  <a:srgbClr val="3366FF"/>
                </a:solidFill>
              </a:rPr>
              <a:t> </a:t>
            </a:r>
            <a:r>
              <a:rPr lang="en-US" altLang="en-US" dirty="0"/>
              <a:t>selects among available processes for next execution on CPU core</a:t>
            </a:r>
          </a:p>
          <a:p>
            <a:r>
              <a:rPr lang="en-US" altLang="en-US" dirty="0"/>
              <a:t>Goal -- Maximize CPU use, quickly switch processes onto CPU core</a:t>
            </a:r>
          </a:p>
          <a:p>
            <a:r>
              <a:rPr lang="en-US" altLang="en-US" dirty="0"/>
              <a:t>Maintains </a:t>
            </a:r>
            <a:r>
              <a:rPr lang="en-US" altLang="en-US" b="1" kern="1200" dirty="0">
                <a:solidFill>
                  <a:srgbClr val="006699"/>
                </a:solidFill>
                <a:latin typeface="+mj-lt"/>
                <a:cs typeface="+mn-cs"/>
              </a:rPr>
              <a:t>scheduling</a:t>
            </a:r>
            <a:r>
              <a:rPr lang="en-US" altLang="en-US" b="1" dirty="0">
                <a:solidFill>
                  <a:srgbClr val="3366FF"/>
                </a:solidFill>
              </a:rPr>
              <a:t> </a:t>
            </a:r>
            <a:r>
              <a:rPr lang="en-US" altLang="en-US" b="1" kern="1200" dirty="0">
                <a:solidFill>
                  <a:srgbClr val="006699"/>
                </a:solidFill>
                <a:latin typeface="+mj-lt"/>
                <a:cs typeface="+mn-cs"/>
              </a:rPr>
              <a:t>queues</a:t>
            </a:r>
            <a:r>
              <a:rPr lang="en-US" altLang="en-US" b="1" dirty="0">
                <a:solidFill>
                  <a:srgbClr val="3366FF"/>
                </a:solidFill>
              </a:rPr>
              <a:t> </a:t>
            </a:r>
            <a:r>
              <a:rPr lang="en-US" altLang="en-US" dirty="0"/>
              <a:t>of processes</a:t>
            </a:r>
          </a:p>
          <a:p>
            <a:pPr lvl="1"/>
            <a:r>
              <a:rPr lang="en-US" altLang="en-US" b="1" kern="1200" dirty="0">
                <a:solidFill>
                  <a:srgbClr val="006699"/>
                </a:solidFill>
                <a:latin typeface="+mj-lt"/>
                <a:cs typeface="+mn-cs"/>
              </a:rPr>
              <a:t>Ready</a:t>
            </a:r>
            <a:r>
              <a:rPr lang="en-US" altLang="en-US" b="1" dirty="0">
                <a:solidFill>
                  <a:srgbClr val="3366FF"/>
                </a:solidFill>
              </a:rPr>
              <a:t> </a:t>
            </a:r>
            <a:r>
              <a:rPr lang="en-US" altLang="en-US" b="1" kern="1200" dirty="0">
                <a:solidFill>
                  <a:srgbClr val="006699"/>
                </a:solidFill>
                <a:latin typeface="+mj-lt"/>
                <a:cs typeface="+mn-cs"/>
              </a:rPr>
              <a:t>queue</a:t>
            </a:r>
            <a:r>
              <a:rPr lang="en-US" altLang="en-US" b="1" dirty="0">
                <a:solidFill>
                  <a:srgbClr val="3366FF"/>
                </a:solidFill>
              </a:rPr>
              <a:t> </a:t>
            </a:r>
            <a:r>
              <a:rPr lang="en-US" altLang="en-US" dirty="0"/>
              <a:t>– set of all processes residing in main memory, ready and waiting to execute</a:t>
            </a:r>
          </a:p>
          <a:p>
            <a:pPr lvl="1"/>
            <a:r>
              <a:rPr lang="en-US" altLang="en-US" b="1" kern="1200" dirty="0">
                <a:solidFill>
                  <a:srgbClr val="006699"/>
                </a:solidFill>
                <a:latin typeface="+mj-lt"/>
                <a:cs typeface="+mn-cs"/>
              </a:rPr>
              <a:t>Wait</a:t>
            </a:r>
            <a:r>
              <a:rPr lang="en-US" altLang="en-US" b="1" dirty="0">
                <a:solidFill>
                  <a:srgbClr val="3366FF"/>
                </a:solidFill>
              </a:rPr>
              <a:t> </a:t>
            </a:r>
            <a:r>
              <a:rPr lang="en-US" altLang="en-US" b="1" kern="1200" dirty="0">
                <a:solidFill>
                  <a:srgbClr val="006699"/>
                </a:solidFill>
                <a:latin typeface="+mj-lt"/>
                <a:cs typeface="+mn-cs"/>
              </a:rPr>
              <a:t>queues</a:t>
            </a:r>
            <a:r>
              <a:rPr lang="en-US" altLang="en-US" b="1" dirty="0">
                <a:solidFill>
                  <a:srgbClr val="3366FF"/>
                </a:solidFill>
              </a:rPr>
              <a:t> </a:t>
            </a:r>
            <a:r>
              <a:rPr lang="en-US" altLang="en-US" dirty="0"/>
              <a:t>– set of processes waiting for an event (i.e., I/O)</a:t>
            </a:r>
          </a:p>
          <a:p>
            <a:pPr lvl="1"/>
            <a:r>
              <a:rPr lang="en-US" altLang="en-US" dirty="0"/>
              <a:t>Processes migrate among the various queues</a:t>
            </a:r>
          </a:p>
          <a:p>
            <a:pPr marL="0" indent="0">
              <a:buNone/>
            </a:pPr>
            <a:endParaRPr lang="en-US" alt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C79FFB59-5D7F-4075-B911-2B593B51732C}"/>
              </a:ext>
            </a:extLst>
          </p:cNvPr>
          <p:cNvSpPr>
            <a:spLocks noGrp="1" noChangeArrowheads="1"/>
          </p:cNvSpPr>
          <p:nvPr>
            <p:ph type="title"/>
          </p:nvPr>
        </p:nvSpPr>
        <p:spPr>
          <a:xfrm>
            <a:off x="974725" y="349250"/>
            <a:ext cx="7591425" cy="457200"/>
          </a:xfrm>
        </p:spPr>
        <p:txBody>
          <a:bodyPr/>
          <a:lstStyle/>
          <a:p>
            <a:pPr eaLnBrk="1" hangingPunct="1"/>
            <a:r>
              <a:rPr lang="en-US" altLang="en-US"/>
              <a:t>Ready and Wait Queues</a:t>
            </a:r>
          </a:p>
        </p:txBody>
      </p:sp>
      <p:pic>
        <p:nvPicPr>
          <p:cNvPr id="29699" name="Picture 1">
            <a:extLst>
              <a:ext uri="{FF2B5EF4-FFF2-40B4-BE49-F238E27FC236}">
                <a16:creationId xmlns:a16="http://schemas.microsoft.com/office/drawing/2014/main" id="{BCBD9C55-CB2E-45AE-A528-0022312EC97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314575" y="1863725"/>
            <a:ext cx="4897438" cy="2913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38DB7F06-1635-4E8A-B106-08B7519EA753}"/>
              </a:ext>
            </a:extLst>
          </p:cNvPr>
          <p:cNvSpPr>
            <a:spLocks noGrp="1" noChangeArrowheads="1"/>
          </p:cNvSpPr>
          <p:nvPr>
            <p:ph type="title"/>
          </p:nvPr>
        </p:nvSpPr>
        <p:spPr>
          <a:xfrm>
            <a:off x="887413" y="227013"/>
            <a:ext cx="8229600" cy="576262"/>
          </a:xfrm>
        </p:spPr>
        <p:txBody>
          <a:bodyPr/>
          <a:lstStyle/>
          <a:p>
            <a:pPr eaLnBrk="1" hangingPunct="1"/>
            <a:r>
              <a:rPr lang="en-US" altLang="en-US"/>
              <a:t>Representation of Process Scheduling</a:t>
            </a:r>
          </a:p>
        </p:txBody>
      </p:sp>
      <p:pic>
        <p:nvPicPr>
          <p:cNvPr id="31747" name="Picture 2">
            <a:extLst>
              <a:ext uri="{FF2B5EF4-FFF2-40B4-BE49-F238E27FC236}">
                <a16:creationId xmlns:a16="http://schemas.microsoft.com/office/drawing/2014/main" id="{A0A8D57B-B011-4BA3-A330-AE3AFD4CB52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151063" y="1897063"/>
            <a:ext cx="5229225" cy="3017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4294884C-D89B-43C5-8278-E1AFFD1E5DD1}"/>
              </a:ext>
            </a:extLst>
          </p:cNvPr>
          <p:cNvSpPr>
            <a:spLocks noGrp="1" noChangeArrowheads="1"/>
          </p:cNvSpPr>
          <p:nvPr>
            <p:ph type="title"/>
          </p:nvPr>
        </p:nvSpPr>
        <p:spPr>
          <a:xfrm>
            <a:off x="842963" y="228600"/>
            <a:ext cx="8229600" cy="576263"/>
          </a:xfrm>
        </p:spPr>
        <p:txBody>
          <a:bodyPr/>
          <a:lstStyle/>
          <a:p>
            <a:pPr eaLnBrk="1" hangingPunct="1"/>
            <a:r>
              <a:rPr lang="en-US" altLang="en-US"/>
              <a:t>CPU Switch From Process to Process</a:t>
            </a:r>
          </a:p>
        </p:txBody>
      </p:sp>
      <p:sp>
        <p:nvSpPr>
          <p:cNvPr id="33795" name="TextBox 1">
            <a:extLst>
              <a:ext uri="{FF2B5EF4-FFF2-40B4-BE49-F238E27FC236}">
                <a16:creationId xmlns:a16="http://schemas.microsoft.com/office/drawing/2014/main" id="{2AC6A249-89C1-4E3A-A92E-5E91F7A23743}"/>
              </a:ext>
            </a:extLst>
          </p:cNvPr>
          <p:cNvSpPr txBox="1">
            <a:spLocks noChangeArrowheads="1"/>
          </p:cNvSpPr>
          <p:nvPr/>
        </p:nvSpPr>
        <p:spPr bwMode="auto">
          <a:xfrm>
            <a:off x="1278542" y="979488"/>
            <a:ext cx="6853953"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35000"/>
              </a:spcBef>
              <a:buClr>
                <a:srgbClr val="993300"/>
              </a:buClr>
              <a:buSzPct val="110000"/>
              <a:buFont typeface="Wingdings" panose="05000000000000000000" pitchFamily="2" charset="2"/>
              <a:buChar char="§"/>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110000"/>
              <a:buFont typeface="Arial" panose="020B0604020202020204" pitchFamily="34" charset="0"/>
              <a:buChar char="•"/>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spcBef>
                <a:spcPct val="0"/>
              </a:spcBef>
              <a:buClrTx/>
              <a:buSzTx/>
              <a:buFontTx/>
              <a:buNone/>
            </a:pPr>
            <a:r>
              <a:rPr kumimoji="0" lang="en-US" altLang="en-US" dirty="0">
                <a:latin typeface="Verdana" panose="020B0604030504040204" pitchFamily="34" charset="0"/>
              </a:rPr>
              <a:t>A </a:t>
            </a:r>
            <a:r>
              <a:rPr kumimoji="0" lang="en-US" altLang="en-US" b="1" dirty="0">
                <a:latin typeface="Verdana" panose="020B0604030504040204" pitchFamily="34" charset="0"/>
              </a:rPr>
              <a:t>context switch </a:t>
            </a:r>
            <a:r>
              <a:rPr kumimoji="0" lang="en-US" altLang="en-US" dirty="0">
                <a:latin typeface="Verdana" panose="020B0604030504040204" pitchFamily="34" charset="0"/>
              </a:rPr>
              <a:t>occurs when the CPU  switches from one process to another.</a:t>
            </a:r>
          </a:p>
        </p:txBody>
      </p:sp>
      <p:pic>
        <p:nvPicPr>
          <p:cNvPr id="33796" name="Picture 1">
            <a:extLst>
              <a:ext uri="{FF2B5EF4-FFF2-40B4-BE49-F238E27FC236}">
                <a16:creationId xmlns:a16="http://schemas.microsoft.com/office/drawing/2014/main" id="{81BF3499-8F25-4834-B5FB-DDAE904111AE}"/>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557083" y="1780486"/>
            <a:ext cx="5185155" cy="42377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569EF2C8-62D9-4AD3-A3DB-7E8B03141FB3}"/>
              </a:ext>
            </a:extLst>
          </p:cNvPr>
          <p:cNvSpPr>
            <a:spLocks noGrp="1" noChangeArrowheads="1"/>
          </p:cNvSpPr>
          <p:nvPr>
            <p:ph type="title"/>
          </p:nvPr>
        </p:nvSpPr>
        <p:spPr>
          <a:xfrm>
            <a:off x="363538" y="231775"/>
            <a:ext cx="8229600" cy="576263"/>
          </a:xfrm>
        </p:spPr>
        <p:txBody>
          <a:bodyPr/>
          <a:lstStyle/>
          <a:p>
            <a:pPr eaLnBrk="1" hangingPunct="1"/>
            <a:r>
              <a:rPr lang="en-US" altLang="en-US"/>
              <a:t>Context Switch</a:t>
            </a:r>
          </a:p>
        </p:txBody>
      </p:sp>
      <p:sp>
        <p:nvSpPr>
          <p:cNvPr id="35843" name="Rectangle 3">
            <a:extLst>
              <a:ext uri="{FF2B5EF4-FFF2-40B4-BE49-F238E27FC236}">
                <a16:creationId xmlns:a16="http://schemas.microsoft.com/office/drawing/2014/main" id="{BFE77FD9-7213-4CFD-BE76-B9508F46FB81}"/>
              </a:ext>
            </a:extLst>
          </p:cNvPr>
          <p:cNvSpPr>
            <a:spLocks noGrp="1" noChangeArrowheads="1"/>
          </p:cNvSpPr>
          <p:nvPr>
            <p:ph type="body" idx="1"/>
          </p:nvPr>
        </p:nvSpPr>
        <p:spPr>
          <a:xfrm>
            <a:off x="854076" y="1108075"/>
            <a:ext cx="6648693" cy="4413494"/>
          </a:xfrm>
        </p:spPr>
        <p:txBody>
          <a:bodyPr/>
          <a:lstStyle/>
          <a:p>
            <a:r>
              <a:rPr lang="en-US" altLang="en-US" dirty="0"/>
              <a:t>When CPU switches to another process, the system must </a:t>
            </a:r>
            <a:r>
              <a:rPr lang="en-US" altLang="en-US" b="1" kern="1200" dirty="0">
                <a:solidFill>
                  <a:srgbClr val="006699"/>
                </a:solidFill>
                <a:latin typeface="+mj-lt"/>
                <a:cs typeface="+mn-cs"/>
              </a:rPr>
              <a:t>save</a:t>
            </a:r>
            <a:r>
              <a:rPr lang="en-US" altLang="en-US" b="1" dirty="0">
                <a:solidFill>
                  <a:srgbClr val="3366FF"/>
                </a:solidFill>
              </a:rPr>
              <a:t> </a:t>
            </a:r>
            <a:r>
              <a:rPr lang="en-US" altLang="en-US" b="1" kern="1200" dirty="0">
                <a:solidFill>
                  <a:srgbClr val="006699"/>
                </a:solidFill>
                <a:latin typeface="+mj-lt"/>
                <a:cs typeface="+mn-cs"/>
              </a:rPr>
              <a:t>the</a:t>
            </a:r>
            <a:r>
              <a:rPr lang="en-US" altLang="en-US" b="1" dirty="0">
                <a:solidFill>
                  <a:srgbClr val="3366FF"/>
                </a:solidFill>
              </a:rPr>
              <a:t> </a:t>
            </a:r>
            <a:r>
              <a:rPr lang="en-US" altLang="en-US" b="1" kern="1200" dirty="0">
                <a:solidFill>
                  <a:srgbClr val="006699"/>
                </a:solidFill>
                <a:latin typeface="+mj-lt"/>
                <a:cs typeface="+mn-cs"/>
              </a:rPr>
              <a:t>state</a:t>
            </a:r>
            <a:r>
              <a:rPr lang="en-US" altLang="en-US" b="1" dirty="0">
                <a:solidFill>
                  <a:srgbClr val="3366FF"/>
                </a:solidFill>
              </a:rPr>
              <a:t> </a:t>
            </a:r>
            <a:r>
              <a:rPr lang="en-US" altLang="en-US" dirty="0"/>
              <a:t>of the old process and load the </a:t>
            </a:r>
            <a:r>
              <a:rPr lang="en-US" altLang="en-US" b="1" kern="1200" dirty="0">
                <a:solidFill>
                  <a:srgbClr val="006699"/>
                </a:solidFill>
                <a:latin typeface="+mj-lt"/>
                <a:cs typeface="+mn-cs"/>
              </a:rPr>
              <a:t>saved</a:t>
            </a:r>
            <a:r>
              <a:rPr lang="en-US" altLang="en-US" b="1" dirty="0">
                <a:solidFill>
                  <a:srgbClr val="3366FF"/>
                </a:solidFill>
              </a:rPr>
              <a:t> </a:t>
            </a:r>
            <a:r>
              <a:rPr lang="en-US" altLang="en-US" b="1" kern="1200" dirty="0">
                <a:solidFill>
                  <a:srgbClr val="006699"/>
                </a:solidFill>
                <a:latin typeface="+mj-lt"/>
                <a:cs typeface="+mn-cs"/>
              </a:rPr>
              <a:t>state</a:t>
            </a:r>
            <a:r>
              <a:rPr lang="en-US" altLang="en-US" b="1" dirty="0">
                <a:solidFill>
                  <a:srgbClr val="3366FF"/>
                </a:solidFill>
              </a:rPr>
              <a:t> </a:t>
            </a:r>
            <a:r>
              <a:rPr lang="en-US" altLang="en-US" dirty="0"/>
              <a:t>for the new process via a </a:t>
            </a:r>
            <a:r>
              <a:rPr lang="en-US" altLang="en-US" b="1" kern="1200" dirty="0">
                <a:solidFill>
                  <a:srgbClr val="006699"/>
                </a:solidFill>
                <a:latin typeface="+mj-lt"/>
                <a:cs typeface="+mn-cs"/>
              </a:rPr>
              <a:t>context</a:t>
            </a:r>
            <a:r>
              <a:rPr lang="en-US" altLang="en-US" b="1" dirty="0">
                <a:solidFill>
                  <a:srgbClr val="3366FF"/>
                </a:solidFill>
              </a:rPr>
              <a:t> </a:t>
            </a:r>
            <a:r>
              <a:rPr lang="en-US" altLang="en-US" b="1" kern="1200" dirty="0">
                <a:solidFill>
                  <a:srgbClr val="006699"/>
                </a:solidFill>
                <a:latin typeface="+mj-lt"/>
                <a:cs typeface="+mn-cs"/>
              </a:rPr>
              <a:t>switch</a:t>
            </a:r>
          </a:p>
          <a:p>
            <a:r>
              <a:rPr lang="en-US" altLang="en-US" b="1" kern="1200" dirty="0">
                <a:solidFill>
                  <a:srgbClr val="006699"/>
                </a:solidFill>
                <a:latin typeface="+mj-lt"/>
                <a:cs typeface="+mn-cs"/>
              </a:rPr>
              <a:t>Context</a:t>
            </a:r>
            <a:r>
              <a:rPr lang="en-US" altLang="en-US" b="1" dirty="0">
                <a:solidFill>
                  <a:srgbClr val="3366FF"/>
                </a:solidFill>
              </a:rPr>
              <a:t> </a:t>
            </a:r>
            <a:r>
              <a:rPr lang="en-US" altLang="en-US" dirty="0"/>
              <a:t>of a process represented in the PCB</a:t>
            </a:r>
          </a:p>
          <a:p>
            <a:r>
              <a:rPr lang="en-US" altLang="en-US" dirty="0"/>
              <a:t>Context-switch time is pure overhead; the system does no useful work while switching</a:t>
            </a:r>
          </a:p>
          <a:p>
            <a:pPr lvl="1"/>
            <a:r>
              <a:rPr lang="en-US" altLang="en-US" dirty="0"/>
              <a:t>The more complex the OS and the PCB </a:t>
            </a:r>
            <a:r>
              <a:rPr lang="en-US" altLang="en-US" dirty="0">
                <a:sym typeface="Wingdings" panose="05000000000000000000" pitchFamily="2" charset="2"/>
              </a:rPr>
              <a:t> the </a:t>
            </a:r>
            <a:r>
              <a:rPr lang="en-US" altLang="en-US" dirty="0"/>
              <a:t>longer the context switch</a:t>
            </a:r>
          </a:p>
          <a:p>
            <a:r>
              <a:rPr lang="en-US" altLang="en-US" dirty="0"/>
              <a:t>Time dependent on hardware support</a:t>
            </a:r>
          </a:p>
          <a:p>
            <a:pPr lvl="1"/>
            <a:r>
              <a:rPr lang="en-US" altLang="en-US" dirty="0"/>
              <a:t>Some hardware provides multiple sets of registers per CPU </a:t>
            </a:r>
            <a:r>
              <a:rPr lang="en-US" altLang="en-US" dirty="0">
                <a:sym typeface="Wingdings" panose="05000000000000000000" pitchFamily="2" charset="2"/>
              </a:rPr>
              <a:t></a:t>
            </a:r>
            <a:r>
              <a:rPr lang="en-US" altLang="en-US" dirty="0"/>
              <a:t> multiple contexts loaded at once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F1BBC0AC-B98E-4CA8-AAF2-66A00A4CE046}"/>
              </a:ext>
            </a:extLst>
          </p:cNvPr>
          <p:cNvSpPr>
            <a:spLocks noGrp="1" noChangeArrowheads="1"/>
          </p:cNvSpPr>
          <p:nvPr>
            <p:ph type="title"/>
          </p:nvPr>
        </p:nvSpPr>
        <p:spPr>
          <a:xfrm>
            <a:off x="819150" y="111370"/>
            <a:ext cx="8229600" cy="576263"/>
          </a:xfrm>
        </p:spPr>
        <p:txBody>
          <a:bodyPr/>
          <a:lstStyle/>
          <a:p>
            <a:pPr eaLnBrk="1" hangingPunct="1"/>
            <a:r>
              <a:rPr lang="en-US" altLang="en-US" dirty="0"/>
              <a:t>Multitasking in Mobile Systems</a:t>
            </a:r>
          </a:p>
        </p:txBody>
      </p:sp>
      <p:sp>
        <p:nvSpPr>
          <p:cNvPr id="37891" name="Rectangle 3">
            <a:extLst>
              <a:ext uri="{FF2B5EF4-FFF2-40B4-BE49-F238E27FC236}">
                <a16:creationId xmlns:a16="http://schemas.microsoft.com/office/drawing/2014/main" id="{3CFFB47D-06A3-4D85-B582-64A48F2C12BF}"/>
              </a:ext>
            </a:extLst>
          </p:cNvPr>
          <p:cNvSpPr>
            <a:spLocks noGrp="1" noChangeArrowheads="1"/>
          </p:cNvSpPr>
          <p:nvPr>
            <p:ph type="body" idx="1"/>
          </p:nvPr>
        </p:nvSpPr>
        <p:spPr>
          <a:xfrm>
            <a:off x="838200" y="1122363"/>
            <a:ext cx="7359650" cy="4448175"/>
          </a:xfrm>
        </p:spPr>
        <p:txBody>
          <a:bodyPr/>
          <a:lstStyle/>
          <a:p>
            <a:r>
              <a:rPr lang="en-US" altLang="en-US" dirty="0"/>
              <a:t>Some mobile systems (e.g., early version of iOS)  allow only one process to run, others suspended</a:t>
            </a:r>
          </a:p>
          <a:p>
            <a:r>
              <a:rPr lang="en-US" altLang="en-US" dirty="0"/>
              <a:t>Due to screen real estate, user interface limits iOS provides for a </a:t>
            </a:r>
          </a:p>
          <a:p>
            <a:pPr lvl="1"/>
            <a:r>
              <a:rPr lang="en-US" altLang="en-US" dirty="0"/>
              <a:t>Single </a:t>
            </a:r>
            <a:r>
              <a:rPr lang="en-US" altLang="en-US" b="1" kern="1200" dirty="0">
                <a:solidFill>
                  <a:srgbClr val="006699"/>
                </a:solidFill>
                <a:latin typeface="+mj-lt"/>
                <a:cs typeface="+mn-cs"/>
              </a:rPr>
              <a:t>foreground</a:t>
            </a:r>
            <a:r>
              <a:rPr lang="en-US" altLang="en-US" dirty="0"/>
              <a:t> process- controlled via user interface</a:t>
            </a:r>
          </a:p>
          <a:p>
            <a:pPr lvl="1"/>
            <a:r>
              <a:rPr lang="en-US" altLang="en-US" dirty="0"/>
              <a:t>Multiple </a:t>
            </a:r>
            <a:r>
              <a:rPr lang="en-US" altLang="en-US" b="1" kern="1200" dirty="0">
                <a:solidFill>
                  <a:srgbClr val="006699"/>
                </a:solidFill>
                <a:latin typeface="+mj-lt"/>
                <a:cs typeface="+mn-cs"/>
              </a:rPr>
              <a:t>background</a:t>
            </a:r>
            <a:r>
              <a:rPr lang="en-US" altLang="en-US" dirty="0"/>
              <a:t> processes– in memory, running, but not on the display, and with limits</a:t>
            </a:r>
          </a:p>
          <a:p>
            <a:pPr lvl="1"/>
            <a:r>
              <a:rPr lang="en-US" altLang="en-US" dirty="0"/>
              <a:t>Limits include single, short task, receiving notification of events, specific long-running tasks like audio playback</a:t>
            </a:r>
          </a:p>
          <a:p>
            <a:r>
              <a:rPr lang="en-US" altLang="en-US" dirty="0"/>
              <a:t>Android runs foreground and background, with fewer limits</a:t>
            </a:r>
          </a:p>
          <a:p>
            <a:pPr lvl="1"/>
            <a:r>
              <a:rPr lang="en-US" altLang="en-US" dirty="0"/>
              <a:t>Background process uses a </a:t>
            </a:r>
            <a:r>
              <a:rPr lang="en-US" altLang="en-US" b="1" kern="1200" dirty="0">
                <a:solidFill>
                  <a:srgbClr val="006699"/>
                </a:solidFill>
                <a:latin typeface="+mj-lt"/>
                <a:cs typeface="+mn-cs"/>
              </a:rPr>
              <a:t>service</a:t>
            </a:r>
            <a:r>
              <a:rPr lang="en-US" altLang="en-US" dirty="0"/>
              <a:t> to perform tasks</a:t>
            </a:r>
          </a:p>
          <a:p>
            <a:pPr lvl="1"/>
            <a:r>
              <a:rPr lang="en-US" altLang="en-US" dirty="0"/>
              <a:t>Service can keep running even if background process is suspended</a:t>
            </a:r>
          </a:p>
          <a:p>
            <a:pPr lvl="1"/>
            <a:r>
              <a:rPr lang="en-US" altLang="en-US" dirty="0"/>
              <a:t>Service has no user interface, small memory use</a:t>
            </a:r>
          </a:p>
          <a:p>
            <a:pPr lvl="1"/>
            <a:endParaRPr lang="en-US" altLang="en-US" dirty="0"/>
          </a:p>
          <a:p>
            <a:endParaRPr lang="en-US" alt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ED9C18A1-E10D-464E-ADF5-DBECC2503EA1}"/>
              </a:ext>
            </a:extLst>
          </p:cNvPr>
          <p:cNvSpPr>
            <a:spLocks noGrp="1" noChangeArrowheads="1"/>
          </p:cNvSpPr>
          <p:nvPr>
            <p:ph type="title"/>
          </p:nvPr>
        </p:nvSpPr>
        <p:spPr>
          <a:xfrm>
            <a:off x="457200" y="217488"/>
            <a:ext cx="8229600" cy="576262"/>
          </a:xfrm>
        </p:spPr>
        <p:txBody>
          <a:bodyPr/>
          <a:lstStyle/>
          <a:p>
            <a:pPr eaLnBrk="1" hangingPunct="1"/>
            <a:r>
              <a:rPr lang="en-US" altLang="en-US"/>
              <a:t>Operations on Processes</a:t>
            </a:r>
          </a:p>
        </p:txBody>
      </p:sp>
      <p:sp>
        <p:nvSpPr>
          <p:cNvPr id="39939" name="Rectangle 3">
            <a:extLst>
              <a:ext uri="{FF2B5EF4-FFF2-40B4-BE49-F238E27FC236}">
                <a16:creationId xmlns:a16="http://schemas.microsoft.com/office/drawing/2014/main" id="{1EED5598-4581-4F9D-8CEF-0D1A5A5544B9}"/>
              </a:ext>
            </a:extLst>
          </p:cNvPr>
          <p:cNvSpPr>
            <a:spLocks noGrp="1" noChangeArrowheads="1"/>
          </p:cNvSpPr>
          <p:nvPr>
            <p:ph type="body" idx="1"/>
          </p:nvPr>
        </p:nvSpPr>
        <p:spPr>
          <a:xfrm>
            <a:off x="849313" y="1233488"/>
            <a:ext cx="7381875" cy="4448175"/>
          </a:xfrm>
        </p:spPr>
        <p:txBody>
          <a:bodyPr/>
          <a:lstStyle/>
          <a:p>
            <a:r>
              <a:rPr lang="en-US" altLang="en-US" dirty="0"/>
              <a:t>System must provide mechanisms for:</a:t>
            </a:r>
          </a:p>
          <a:p>
            <a:pPr lvl="1"/>
            <a:r>
              <a:rPr lang="en-US" altLang="en-US" dirty="0"/>
              <a:t> Process creation</a:t>
            </a:r>
          </a:p>
          <a:p>
            <a:pPr lvl="1"/>
            <a:r>
              <a:rPr lang="en-US" altLang="en-US" dirty="0"/>
              <a:t> Process termination</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C072917A-2F04-4923-8279-E4AEA8CC4538}"/>
              </a:ext>
            </a:extLst>
          </p:cNvPr>
          <p:cNvSpPr>
            <a:spLocks noGrp="1" noChangeArrowheads="1"/>
          </p:cNvSpPr>
          <p:nvPr>
            <p:ph type="title"/>
          </p:nvPr>
        </p:nvSpPr>
        <p:spPr>
          <a:xfrm>
            <a:off x="457200" y="147150"/>
            <a:ext cx="8229600" cy="576262"/>
          </a:xfrm>
        </p:spPr>
        <p:txBody>
          <a:bodyPr/>
          <a:lstStyle/>
          <a:p>
            <a:pPr eaLnBrk="1" hangingPunct="1"/>
            <a:r>
              <a:rPr lang="en-US" altLang="en-US" dirty="0"/>
              <a:t>Process Creation</a:t>
            </a:r>
          </a:p>
        </p:txBody>
      </p:sp>
      <p:sp>
        <p:nvSpPr>
          <p:cNvPr id="41987" name="Rectangle 3">
            <a:extLst>
              <a:ext uri="{FF2B5EF4-FFF2-40B4-BE49-F238E27FC236}">
                <a16:creationId xmlns:a16="http://schemas.microsoft.com/office/drawing/2014/main" id="{D7F79436-9B7B-4340-B99C-8D1E088896F0}"/>
              </a:ext>
            </a:extLst>
          </p:cNvPr>
          <p:cNvSpPr>
            <a:spLocks noGrp="1" noChangeArrowheads="1"/>
          </p:cNvSpPr>
          <p:nvPr>
            <p:ph type="body" idx="1"/>
          </p:nvPr>
        </p:nvSpPr>
        <p:spPr>
          <a:xfrm>
            <a:off x="854075" y="1169988"/>
            <a:ext cx="6824540" cy="4984627"/>
          </a:xfrm>
        </p:spPr>
        <p:txBody>
          <a:bodyPr/>
          <a:lstStyle/>
          <a:p>
            <a:r>
              <a:rPr lang="en-US" altLang="en-US" b="1" dirty="0">
                <a:solidFill>
                  <a:srgbClr val="006699"/>
                </a:solidFill>
                <a:latin typeface="+mj-lt"/>
              </a:rPr>
              <a:t>Parent</a:t>
            </a:r>
            <a:r>
              <a:rPr lang="en-US" altLang="en-US" b="1" dirty="0"/>
              <a:t> </a:t>
            </a:r>
            <a:r>
              <a:rPr lang="en-US" altLang="en-US" dirty="0"/>
              <a:t>process create </a:t>
            </a:r>
            <a:r>
              <a:rPr lang="en-US" altLang="en-US" b="1" dirty="0">
                <a:solidFill>
                  <a:srgbClr val="006699"/>
                </a:solidFill>
                <a:latin typeface="+mj-lt"/>
              </a:rPr>
              <a:t>children</a:t>
            </a:r>
            <a:r>
              <a:rPr lang="en-US" altLang="en-US" b="1" dirty="0"/>
              <a:t> </a:t>
            </a:r>
            <a:r>
              <a:rPr lang="en-US" altLang="en-US" dirty="0"/>
              <a:t>processes, which, in turn create other processes, forming a </a:t>
            </a:r>
            <a:r>
              <a:rPr lang="en-US" altLang="en-US" b="1" dirty="0">
                <a:solidFill>
                  <a:srgbClr val="006699"/>
                </a:solidFill>
                <a:latin typeface="+mj-lt"/>
              </a:rPr>
              <a:t>tree</a:t>
            </a:r>
            <a:r>
              <a:rPr lang="en-US" altLang="en-US" dirty="0"/>
              <a:t> of processes</a:t>
            </a:r>
            <a:endParaRPr lang="en-US" altLang="en-US" sz="800" dirty="0"/>
          </a:p>
          <a:p>
            <a:r>
              <a:rPr lang="en-US" altLang="en-US" dirty="0"/>
              <a:t>Generally, process identified and managed via a</a:t>
            </a:r>
            <a:r>
              <a:rPr lang="en-US" altLang="en-US" b="1" dirty="0"/>
              <a:t> </a:t>
            </a:r>
            <a:r>
              <a:rPr lang="en-US" altLang="en-US" b="1" dirty="0">
                <a:solidFill>
                  <a:srgbClr val="006699"/>
                </a:solidFill>
                <a:latin typeface="+mj-lt"/>
              </a:rPr>
              <a:t>process</a:t>
            </a:r>
            <a:r>
              <a:rPr lang="en-US" altLang="en-US" b="1" dirty="0">
                <a:solidFill>
                  <a:srgbClr val="3366FF"/>
                </a:solidFill>
              </a:rPr>
              <a:t> </a:t>
            </a:r>
            <a:r>
              <a:rPr lang="en-US" altLang="en-US" b="1" dirty="0">
                <a:solidFill>
                  <a:srgbClr val="006699"/>
                </a:solidFill>
                <a:latin typeface="+mj-lt"/>
              </a:rPr>
              <a:t>identifier</a:t>
            </a:r>
            <a:r>
              <a:rPr lang="en-US" altLang="en-US" b="1" dirty="0">
                <a:solidFill>
                  <a:srgbClr val="3366FF"/>
                </a:solidFill>
              </a:rPr>
              <a:t> </a:t>
            </a:r>
            <a:r>
              <a:rPr lang="en-US" altLang="en-US" dirty="0"/>
              <a:t>(</a:t>
            </a:r>
            <a:r>
              <a:rPr lang="en-US" altLang="en-US" b="1" dirty="0">
                <a:solidFill>
                  <a:srgbClr val="006699"/>
                </a:solidFill>
                <a:latin typeface="+mj-lt"/>
              </a:rPr>
              <a:t>pid</a:t>
            </a:r>
            <a:r>
              <a:rPr lang="en-US" altLang="en-US" dirty="0"/>
              <a:t>)</a:t>
            </a:r>
            <a:endParaRPr lang="en-US" altLang="en-US" sz="800" dirty="0"/>
          </a:p>
          <a:p>
            <a:r>
              <a:rPr lang="en-US" altLang="en-US" dirty="0"/>
              <a:t>Resource sharing options</a:t>
            </a:r>
          </a:p>
          <a:p>
            <a:pPr lvl="1"/>
            <a:r>
              <a:rPr lang="en-US" altLang="en-US" dirty="0"/>
              <a:t>Parent and children share all resources</a:t>
            </a:r>
          </a:p>
          <a:p>
            <a:pPr lvl="1"/>
            <a:r>
              <a:rPr lang="en-US" altLang="en-US" dirty="0"/>
              <a:t>Children share subset of parent</a:t>
            </a:r>
            <a:r>
              <a:rPr lang="ja-JP" altLang="en-US" dirty="0"/>
              <a:t>’</a:t>
            </a:r>
            <a:r>
              <a:rPr lang="en-US" altLang="ja-JP" dirty="0"/>
              <a:t>s resources</a:t>
            </a:r>
          </a:p>
          <a:p>
            <a:pPr lvl="1"/>
            <a:r>
              <a:rPr lang="en-US" altLang="en-US" dirty="0"/>
              <a:t>Parent and child share no resources</a:t>
            </a:r>
            <a:endParaRPr lang="en-US" altLang="en-US" sz="800" dirty="0"/>
          </a:p>
          <a:p>
            <a:r>
              <a:rPr lang="en-US" altLang="en-US" dirty="0"/>
              <a:t>Execution options</a:t>
            </a:r>
          </a:p>
          <a:p>
            <a:pPr lvl="1"/>
            <a:r>
              <a:rPr lang="en-US" altLang="en-US" dirty="0"/>
              <a:t>Parent and children execute concurrently</a:t>
            </a:r>
          </a:p>
          <a:p>
            <a:pPr lvl="1"/>
            <a:r>
              <a:rPr lang="en-US" altLang="en-US" dirty="0"/>
              <a:t>Parent waits until children terminate</a:t>
            </a:r>
          </a:p>
          <a:p>
            <a:pPr>
              <a:buFont typeface="Monotype Sorts" pitchFamily="-84" charset="2"/>
              <a:buNone/>
            </a:pPr>
            <a:endParaRPr lang="en-US" alt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BAE43D30-47DB-4A10-9067-ED0817C05E25}"/>
              </a:ext>
            </a:extLst>
          </p:cNvPr>
          <p:cNvSpPr>
            <a:spLocks noGrp="1" noChangeArrowheads="1"/>
          </p:cNvSpPr>
          <p:nvPr>
            <p:ph type="title"/>
          </p:nvPr>
        </p:nvSpPr>
        <p:spPr>
          <a:xfrm>
            <a:off x="1069975" y="217488"/>
            <a:ext cx="7616825" cy="576262"/>
          </a:xfrm>
        </p:spPr>
        <p:txBody>
          <a:bodyPr/>
          <a:lstStyle/>
          <a:p>
            <a:pPr eaLnBrk="1" hangingPunct="1"/>
            <a:r>
              <a:rPr lang="en-US" altLang="en-US"/>
              <a:t>Process Creation (Cont.)</a:t>
            </a:r>
          </a:p>
        </p:txBody>
      </p:sp>
      <p:sp>
        <p:nvSpPr>
          <p:cNvPr id="46083" name="Rectangle 3">
            <a:extLst>
              <a:ext uri="{FF2B5EF4-FFF2-40B4-BE49-F238E27FC236}">
                <a16:creationId xmlns:a16="http://schemas.microsoft.com/office/drawing/2014/main" id="{5A61E917-5669-429F-AA78-E90F2FCB894C}"/>
              </a:ext>
            </a:extLst>
          </p:cNvPr>
          <p:cNvSpPr>
            <a:spLocks noGrp="1" noChangeArrowheads="1"/>
          </p:cNvSpPr>
          <p:nvPr>
            <p:ph type="body" idx="1"/>
          </p:nvPr>
        </p:nvSpPr>
        <p:spPr>
          <a:xfrm>
            <a:off x="811213" y="1060450"/>
            <a:ext cx="7800975" cy="5627688"/>
          </a:xfrm>
        </p:spPr>
        <p:txBody>
          <a:bodyPr/>
          <a:lstStyle/>
          <a:p>
            <a:r>
              <a:rPr lang="en-US" altLang="en-US" dirty="0"/>
              <a:t>Address space</a:t>
            </a:r>
          </a:p>
          <a:p>
            <a:pPr lvl="1"/>
            <a:r>
              <a:rPr lang="en-US" altLang="en-US" dirty="0"/>
              <a:t>Child duplicate of parent</a:t>
            </a:r>
          </a:p>
          <a:p>
            <a:pPr lvl="1"/>
            <a:r>
              <a:rPr lang="en-US" altLang="en-US" dirty="0"/>
              <a:t>Child has a program loaded into it</a:t>
            </a:r>
          </a:p>
          <a:p>
            <a:r>
              <a:rPr lang="en-US" altLang="en-US" dirty="0"/>
              <a:t>UNIX examples</a:t>
            </a:r>
          </a:p>
          <a:p>
            <a:pPr lvl="1"/>
            <a:r>
              <a:rPr lang="en-US" altLang="en-US" sz="2000" b="1" dirty="0">
                <a:solidFill>
                  <a:srgbClr val="000000"/>
                </a:solidFill>
                <a:latin typeface="Courier New" panose="02070309020205020404" pitchFamily="49" charset="0"/>
              </a:rPr>
              <a:t>fork()</a:t>
            </a:r>
            <a:r>
              <a:rPr lang="en-US" altLang="en-US" sz="2000" dirty="0">
                <a:solidFill>
                  <a:srgbClr val="000000"/>
                </a:solidFill>
              </a:rPr>
              <a:t> </a:t>
            </a:r>
            <a:r>
              <a:rPr lang="en-US" altLang="en-US" dirty="0"/>
              <a:t>system call creates new process</a:t>
            </a:r>
          </a:p>
          <a:p>
            <a:pPr lvl="1"/>
            <a:r>
              <a:rPr lang="en-US" altLang="en-US" sz="2000" b="1" dirty="0">
                <a:solidFill>
                  <a:srgbClr val="000000"/>
                </a:solidFill>
                <a:latin typeface="Courier New" panose="02070309020205020404" pitchFamily="49" charset="0"/>
              </a:rPr>
              <a:t>exec()</a:t>
            </a:r>
            <a:r>
              <a:rPr lang="en-US" altLang="en-US" sz="2000" dirty="0"/>
              <a:t> </a:t>
            </a:r>
            <a:r>
              <a:rPr lang="en-US" altLang="en-US" dirty="0"/>
              <a:t>system call used after a </a:t>
            </a:r>
            <a:r>
              <a:rPr lang="en-US" altLang="en-US" sz="2000" b="1" dirty="0">
                <a:solidFill>
                  <a:srgbClr val="000000"/>
                </a:solidFill>
                <a:latin typeface="Courier New" panose="02070309020205020404" pitchFamily="49" charset="0"/>
              </a:rPr>
              <a:t>fork()</a:t>
            </a:r>
            <a:r>
              <a:rPr lang="en-US" altLang="en-US" sz="2000" dirty="0"/>
              <a:t> </a:t>
            </a:r>
            <a:r>
              <a:rPr lang="en-US" altLang="en-US" dirty="0"/>
              <a:t>to replace the process</a:t>
            </a:r>
            <a:r>
              <a:rPr lang="ja-JP" altLang="en-US" dirty="0"/>
              <a:t>’</a:t>
            </a:r>
            <a:r>
              <a:rPr lang="en-US" altLang="ja-JP" dirty="0"/>
              <a:t> memory space with a new program</a:t>
            </a:r>
          </a:p>
          <a:p>
            <a:pPr lvl="1"/>
            <a:r>
              <a:rPr lang="en-US" altLang="en-US" dirty="0"/>
              <a:t>Parent process calls </a:t>
            </a:r>
            <a:r>
              <a:rPr lang="en-US" altLang="en-US" sz="2000" b="1" dirty="0">
                <a:latin typeface="Courier New" panose="02070309020205020404" pitchFamily="49" charset="0"/>
              </a:rPr>
              <a:t>wait()</a:t>
            </a:r>
            <a:r>
              <a:rPr lang="en-US" altLang="en-US" dirty="0"/>
              <a:t>waiting for the child to terminate</a:t>
            </a:r>
          </a:p>
        </p:txBody>
      </p:sp>
      <p:pic>
        <p:nvPicPr>
          <p:cNvPr id="46084" name="Picture 1">
            <a:extLst>
              <a:ext uri="{FF2B5EF4-FFF2-40B4-BE49-F238E27FC236}">
                <a16:creationId xmlns:a16="http://schemas.microsoft.com/office/drawing/2014/main" id="{568A0721-FDA4-4095-BD34-B36CF2AB0A74}"/>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005013" y="4392613"/>
            <a:ext cx="574675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039237D4-E7AC-45FA-BF2A-B2DEBB1756B7}"/>
              </a:ext>
            </a:extLst>
          </p:cNvPr>
          <p:cNvSpPr>
            <a:spLocks noGrp="1" noChangeArrowheads="1"/>
          </p:cNvSpPr>
          <p:nvPr>
            <p:ph type="title"/>
          </p:nvPr>
        </p:nvSpPr>
        <p:spPr>
          <a:xfrm>
            <a:off x="1296988" y="222250"/>
            <a:ext cx="7259637" cy="576263"/>
          </a:xfrm>
        </p:spPr>
        <p:txBody>
          <a:bodyPr/>
          <a:lstStyle/>
          <a:p>
            <a:pPr eaLnBrk="1" hangingPunct="1"/>
            <a:r>
              <a:rPr lang="en-US" altLang="en-US"/>
              <a:t>A Tree of Processes in Linux</a:t>
            </a:r>
          </a:p>
        </p:txBody>
      </p:sp>
      <p:pic>
        <p:nvPicPr>
          <p:cNvPr id="44035" name="Picture 1">
            <a:extLst>
              <a:ext uri="{FF2B5EF4-FFF2-40B4-BE49-F238E27FC236}">
                <a16:creationId xmlns:a16="http://schemas.microsoft.com/office/drawing/2014/main" id="{EA22965C-6F67-436A-9A7E-32781923A7C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71500" y="1701800"/>
            <a:ext cx="7985125" cy="3430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8390962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CE1AA525-61E4-4CE5-B1B8-BBEC4CC5E094}"/>
              </a:ext>
            </a:extLst>
          </p:cNvPr>
          <p:cNvSpPr>
            <a:spLocks noGrp="1" noChangeArrowheads="1"/>
          </p:cNvSpPr>
          <p:nvPr>
            <p:ph type="title"/>
          </p:nvPr>
        </p:nvSpPr>
        <p:spPr>
          <a:xfrm>
            <a:off x="996950" y="227013"/>
            <a:ext cx="8229600" cy="576262"/>
          </a:xfrm>
        </p:spPr>
        <p:txBody>
          <a:bodyPr/>
          <a:lstStyle/>
          <a:p>
            <a:pPr eaLnBrk="1" hangingPunct="1"/>
            <a:r>
              <a:rPr lang="en-US" altLang="en-US"/>
              <a:t>C Program Forking Separate Process</a:t>
            </a:r>
          </a:p>
        </p:txBody>
      </p:sp>
      <p:pic>
        <p:nvPicPr>
          <p:cNvPr id="48131" name="Picture 5" descr="Screen Shot 2012-12-04 at 11.21.10 AM.png">
            <a:extLst>
              <a:ext uri="{FF2B5EF4-FFF2-40B4-BE49-F238E27FC236}">
                <a16:creationId xmlns:a16="http://schemas.microsoft.com/office/drawing/2014/main" id="{D4AAA5E2-276C-448A-B064-DFAFD902308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735138" y="969963"/>
            <a:ext cx="6038850" cy="560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0178" name="Rectangle 2">
            <a:extLst>
              <a:ext uri="{FF2B5EF4-FFF2-40B4-BE49-F238E27FC236}">
                <a16:creationId xmlns:a16="http://schemas.microsoft.com/office/drawing/2014/main" id="{0F4113AE-3A57-4A41-B077-3753934F4615}"/>
              </a:ext>
            </a:extLst>
          </p:cNvPr>
          <p:cNvSpPr>
            <a:spLocks noGrp="1" noChangeArrowheads="1"/>
          </p:cNvSpPr>
          <p:nvPr>
            <p:ph type="title"/>
          </p:nvPr>
        </p:nvSpPr>
        <p:spPr>
          <a:xfrm>
            <a:off x="1046163" y="228600"/>
            <a:ext cx="8229600" cy="576263"/>
          </a:xfrm>
        </p:spPr>
        <p:txBody>
          <a:bodyPr/>
          <a:lstStyle/>
          <a:p>
            <a:pPr eaLnBrk="1" hangingPunct="1"/>
            <a:r>
              <a:rPr lang="en-US" altLang="en-US" sz="2800"/>
              <a:t>Creating a Separate Process via Windows API</a:t>
            </a:r>
          </a:p>
        </p:txBody>
      </p:sp>
      <p:pic>
        <p:nvPicPr>
          <p:cNvPr id="50179" name="Picture 1" descr="Screen Shot 2012-12-04 at 11.23.48 AM.png">
            <a:extLst>
              <a:ext uri="{FF2B5EF4-FFF2-40B4-BE49-F238E27FC236}">
                <a16:creationId xmlns:a16="http://schemas.microsoft.com/office/drawing/2014/main" id="{92929ABB-1259-4492-BE46-EE3BC21BF5C9}"/>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408238" y="963613"/>
            <a:ext cx="4365625" cy="553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a:extLst>
              <a:ext uri="{FF2B5EF4-FFF2-40B4-BE49-F238E27FC236}">
                <a16:creationId xmlns:a16="http://schemas.microsoft.com/office/drawing/2014/main" id="{B3A2AC5D-C916-47B2-8787-ACB9BD2F9B0E}"/>
              </a:ext>
            </a:extLst>
          </p:cNvPr>
          <p:cNvSpPr>
            <a:spLocks noGrp="1" noChangeArrowheads="1"/>
          </p:cNvSpPr>
          <p:nvPr>
            <p:ph type="title"/>
          </p:nvPr>
        </p:nvSpPr>
        <p:spPr>
          <a:xfrm>
            <a:off x="457200" y="227013"/>
            <a:ext cx="8229600" cy="576262"/>
          </a:xfrm>
        </p:spPr>
        <p:txBody>
          <a:bodyPr/>
          <a:lstStyle/>
          <a:p>
            <a:pPr eaLnBrk="1" hangingPunct="1"/>
            <a:r>
              <a:rPr lang="en-US" altLang="en-US"/>
              <a:t>Process Termination</a:t>
            </a:r>
          </a:p>
        </p:txBody>
      </p:sp>
      <p:sp>
        <p:nvSpPr>
          <p:cNvPr id="52227" name="Rectangle 3">
            <a:extLst>
              <a:ext uri="{FF2B5EF4-FFF2-40B4-BE49-F238E27FC236}">
                <a16:creationId xmlns:a16="http://schemas.microsoft.com/office/drawing/2014/main" id="{9AB8093C-E173-4473-A450-3BC8EBA8DE1B}"/>
              </a:ext>
            </a:extLst>
          </p:cNvPr>
          <p:cNvSpPr>
            <a:spLocks noGrp="1" noChangeArrowheads="1"/>
          </p:cNvSpPr>
          <p:nvPr>
            <p:ph type="body" idx="1"/>
          </p:nvPr>
        </p:nvSpPr>
        <p:spPr>
          <a:xfrm>
            <a:off x="820738" y="1127981"/>
            <a:ext cx="7303354" cy="4463927"/>
          </a:xfrm>
        </p:spPr>
        <p:txBody>
          <a:bodyPr/>
          <a:lstStyle/>
          <a:p>
            <a:r>
              <a:rPr lang="en-US" altLang="en-US" dirty="0"/>
              <a:t>Process executes last statement and then asks the operating system to delete it using the </a:t>
            </a:r>
            <a:r>
              <a:rPr lang="en-US" altLang="en-US" sz="2000" b="1" dirty="0">
                <a:solidFill>
                  <a:srgbClr val="000000"/>
                </a:solidFill>
                <a:latin typeface="Courier New" panose="02070309020205020404" pitchFamily="49" charset="0"/>
              </a:rPr>
              <a:t>exit()</a:t>
            </a:r>
            <a:r>
              <a:rPr lang="en-US" altLang="en-US" sz="2000" dirty="0"/>
              <a:t> </a:t>
            </a:r>
            <a:r>
              <a:rPr lang="en-US" altLang="en-US" dirty="0"/>
              <a:t>system call.</a:t>
            </a:r>
          </a:p>
          <a:p>
            <a:pPr lvl="1"/>
            <a:r>
              <a:rPr lang="en-US" altLang="en-US" dirty="0"/>
              <a:t>Returns  status data from child to parent (via </a:t>
            </a:r>
            <a:r>
              <a:rPr lang="en-US" altLang="en-US" sz="2000" b="1" dirty="0">
                <a:solidFill>
                  <a:srgbClr val="000000"/>
                </a:solidFill>
                <a:latin typeface="Courier New" panose="02070309020205020404" pitchFamily="49" charset="0"/>
              </a:rPr>
              <a:t>wait()</a:t>
            </a:r>
            <a:r>
              <a:rPr lang="en-US" altLang="en-US" dirty="0"/>
              <a:t>)</a:t>
            </a:r>
          </a:p>
          <a:p>
            <a:pPr lvl="1"/>
            <a:r>
              <a:rPr lang="en-US" altLang="en-US" dirty="0"/>
              <a:t>Process</a:t>
            </a:r>
            <a:r>
              <a:rPr lang="ja-JP" altLang="en-US" dirty="0"/>
              <a:t>’</a:t>
            </a:r>
            <a:r>
              <a:rPr lang="en-US" altLang="ja-JP" dirty="0"/>
              <a:t> resources are deallocated by operating system</a:t>
            </a:r>
            <a:endParaRPr lang="en-US" altLang="en-US" dirty="0"/>
          </a:p>
          <a:p>
            <a:r>
              <a:rPr lang="en-US" altLang="en-US" dirty="0"/>
              <a:t>Parent may terminate the execution of children processes  using the </a:t>
            </a:r>
            <a:r>
              <a:rPr lang="en-US" altLang="en-US" sz="2000" b="1" dirty="0">
                <a:solidFill>
                  <a:srgbClr val="000000"/>
                </a:solidFill>
                <a:latin typeface="Courier New" panose="02070309020205020404" pitchFamily="49" charset="0"/>
              </a:rPr>
              <a:t>abort()</a:t>
            </a:r>
            <a:r>
              <a:rPr lang="en-US" altLang="en-US" sz="2000" dirty="0"/>
              <a:t> </a:t>
            </a:r>
            <a:r>
              <a:rPr lang="en-US" altLang="en-US" dirty="0"/>
              <a:t>system call.  Some reasons for doing so:</a:t>
            </a:r>
          </a:p>
          <a:p>
            <a:pPr lvl="1"/>
            <a:r>
              <a:rPr lang="en-US" altLang="en-US" dirty="0"/>
              <a:t>Child has exceeded allocated resources</a:t>
            </a:r>
          </a:p>
          <a:p>
            <a:pPr lvl="1"/>
            <a:r>
              <a:rPr lang="en-US" altLang="en-US" dirty="0"/>
              <a:t>Task assigned to child is no longer required</a:t>
            </a:r>
          </a:p>
          <a:p>
            <a:pPr lvl="1"/>
            <a:r>
              <a:rPr lang="en-US" altLang="en-US" dirty="0"/>
              <a:t>The parent is exiting, and the operating systems does not allow  a child to continue if its parent terminates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a:extLst>
              <a:ext uri="{FF2B5EF4-FFF2-40B4-BE49-F238E27FC236}">
                <a16:creationId xmlns:a16="http://schemas.microsoft.com/office/drawing/2014/main" id="{30622719-68BE-4BB0-B168-1A3AE8D09602}"/>
              </a:ext>
            </a:extLst>
          </p:cNvPr>
          <p:cNvSpPr>
            <a:spLocks noGrp="1" noChangeArrowheads="1"/>
          </p:cNvSpPr>
          <p:nvPr>
            <p:ph type="title"/>
          </p:nvPr>
        </p:nvSpPr>
        <p:spPr>
          <a:xfrm>
            <a:off x="457200" y="134816"/>
            <a:ext cx="8229600" cy="576263"/>
          </a:xfrm>
        </p:spPr>
        <p:txBody>
          <a:bodyPr/>
          <a:lstStyle/>
          <a:p>
            <a:pPr eaLnBrk="1" hangingPunct="1"/>
            <a:r>
              <a:rPr lang="en-US" altLang="en-US" dirty="0"/>
              <a:t>Process Termination</a:t>
            </a:r>
          </a:p>
        </p:txBody>
      </p:sp>
      <p:sp>
        <p:nvSpPr>
          <p:cNvPr id="54275" name="Rectangle 3">
            <a:extLst>
              <a:ext uri="{FF2B5EF4-FFF2-40B4-BE49-F238E27FC236}">
                <a16:creationId xmlns:a16="http://schemas.microsoft.com/office/drawing/2014/main" id="{C7E8DAD2-CD54-4141-B861-1A2932EF060A}"/>
              </a:ext>
            </a:extLst>
          </p:cNvPr>
          <p:cNvSpPr>
            <a:spLocks noGrp="1" noChangeArrowheads="1"/>
          </p:cNvSpPr>
          <p:nvPr>
            <p:ph type="body" idx="1"/>
          </p:nvPr>
        </p:nvSpPr>
        <p:spPr>
          <a:xfrm>
            <a:off x="855908" y="781417"/>
            <a:ext cx="7033724" cy="4787045"/>
          </a:xfrm>
        </p:spPr>
        <p:txBody>
          <a:bodyPr/>
          <a:lstStyle/>
          <a:p>
            <a:pPr marL="457200" lvl="1" indent="0">
              <a:buNone/>
            </a:pPr>
            <a:endParaRPr lang="en-US" altLang="en-US" sz="800" dirty="0"/>
          </a:p>
          <a:p>
            <a:r>
              <a:rPr lang="en-US" altLang="en-US" dirty="0"/>
              <a:t>Some operating systems do not allow child to exists if its parent has terminated.  If a process terminates, then all its children must also be terminated.</a:t>
            </a:r>
          </a:p>
          <a:p>
            <a:pPr lvl="1"/>
            <a:r>
              <a:rPr lang="en-US" altLang="en-US" b="1" dirty="0"/>
              <a:t>cascading termination.  </a:t>
            </a:r>
            <a:r>
              <a:rPr lang="en-US" altLang="en-US" dirty="0"/>
              <a:t>All children, grandchildren, etc.,  are  terminated.</a:t>
            </a:r>
            <a:endParaRPr lang="en-US" altLang="en-US" b="1" dirty="0"/>
          </a:p>
          <a:p>
            <a:pPr lvl="1"/>
            <a:r>
              <a:rPr lang="en-US" altLang="en-US" dirty="0"/>
              <a:t>The termination is initiated by the operating system.</a:t>
            </a:r>
            <a:endParaRPr lang="en-US" altLang="en-US" b="1" dirty="0"/>
          </a:p>
          <a:p>
            <a:r>
              <a:rPr lang="en-US" altLang="en-US" dirty="0"/>
              <a:t>The parent process may wait for termination of a child process by using the </a:t>
            </a:r>
            <a:r>
              <a:rPr lang="en-US" altLang="en-US" sz="2000" b="1" dirty="0">
                <a:solidFill>
                  <a:srgbClr val="000000"/>
                </a:solidFill>
                <a:latin typeface="Courier New" panose="02070309020205020404" pitchFamily="49" charset="0"/>
              </a:rPr>
              <a:t>wait()</a:t>
            </a:r>
            <a:r>
              <a:rPr lang="en-US" altLang="en-US" dirty="0"/>
              <a:t>system call</a:t>
            </a:r>
            <a:r>
              <a:rPr lang="en-US" altLang="en-US" b="1" dirty="0">
                <a:solidFill>
                  <a:srgbClr val="000000"/>
                </a:solidFill>
                <a:latin typeface="Courier New" panose="02070309020205020404" pitchFamily="49" charset="0"/>
              </a:rPr>
              <a:t>. </a:t>
            </a:r>
            <a:r>
              <a:rPr lang="en-US" altLang="en-US" dirty="0"/>
              <a:t>The call returns status information and the pid of the terminated process</a:t>
            </a:r>
            <a:endParaRPr lang="en-US" altLang="en-US" b="1" dirty="0">
              <a:solidFill>
                <a:srgbClr val="000000"/>
              </a:solidFill>
              <a:latin typeface="Courier New" panose="02070309020205020404" pitchFamily="49" charset="0"/>
            </a:endParaRPr>
          </a:p>
          <a:p>
            <a:pPr>
              <a:buFont typeface="Monotype Sorts" pitchFamily="-84" charset="2"/>
              <a:buNone/>
            </a:pPr>
            <a:r>
              <a:rPr lang="en-US" altLang="en-US" b="1" dirty="0">
                <a:solidFill>
                  <a:srgbClr val="000000"/>
                </a:solidFill>
                <a:latin typeface="Courier New" panose="02070309020205020404" pitchFamily="49" charset="0"/>
              </a:rPr>
              <a:t>      pid = wait(&amp;status); </a:t>
            </a:r>
          </a:p>
          <a:p>
            <a:r>
              <a:rPr lang="en-US" altLang="en-US" dirty="0"/>
              <a:t>If no parent waiting (did not invoke </a:t>
            </a:r>
            <a:r>
              <a:rPr lang="en-US" altLang="en-US" sz="2000" b="1" dirty="0">
                <a:solidFill>
                  <a:srgbClr val="000000"/>
                </a:solidFill>
                <a:latin typeface="Courier New" panose="02070309020205020404" pitchFamily="49" charset="0"/>
              </a:rPr>
              <a:t>wait()</a:t>
            </a:r>
            <a:r>
              <a:rPr lang="en-US" altLang="en-US" dirty="0"/>
              <a:t>) process is a </a:t>
            </a:r>
            <a:r>
              <a:rPr lang="en-US" altLang="en-US" b="1" dirty="0">
                <a:solidFill>
                  <a:srgbClr val="006699"/>
                </a:solidFill>
                <a:latin typeface="+mj-lt"/>
              </a:rPr>
              <a:t>zombie</a:t>
            </a:r>
          </a:p>
          <a:p>
            <a:r>
              <a:rPr lang="en-US" altLang="en-US" dirty="0"/>
              <a:t>If parent terminated without invoking</a:t>
            </a:r>
            <a:r>
              <a:rPr lang="en-US" altLang="en-US" b="1" dirty="0">
                <a:solidFill>
                  <a:srgbClr val="000000"/>
                </a:solidFill>
                <a:latin typeface="Courier New" panose="02070309020205020404" pitchFamily="49" charset="0"/>
              </a:rPr>
              <a:t> </a:t>
            </a:r>
            <a:r>
              <a:rPr lang="en-US" altLang="en-US" sz="2000" b="1" dirty="0">
                <a:solidFill>
                  <a:srgbClr val="000000"/>
                </a:solidFill>
                <a:latin typeface="Courier New" panose="02070309020205020404" pitchFamily="49" charset="0"/>
              </a:rPr>
              <a:t>wait()</a:t>
            </a:r>
            <a:r>
              <a:rPr lang="en-US" altLang="en-US" dirty="0"/>
              <a:t>, process is an </a:t>
            </a:r>
            <a:r>
              <a:rPr lang="en-US" altLang="en-US" b="1" dirty="0">
                <a:solidFill>
                  <a:srgbClr val="006699"/>
                </a:solidFill>
                <a:latin typeface="+mj-lt"/>
              </a:rPr>
              <a:t>orphan</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6322" name="Title 1">
            <a:extLst>
              <a:ext uri="{FF2B5EF4-FFF2-40B4-BE49-F238E27FC236}">
                <a16:creationId xmlns:a16="http://schemas.microsoft.com/office/drawing/2014/main" id="{CCF9DC54-118C-447A-A3AB-7C2E989968AC}"/>
              </a:ext>
            </a:extLst>
          </p:cNvPr>
          <p:cNvSpPr>
            <a:spLocks noGrp="1" noChangeArrowheads="1"/>
          </p:cNvSpPr>
          <p:nvPr>
            <p:ph type="title"/>
          </p:nvPr>
        </p:nvSpPr>
        <p:spPr>
          <a:xfrm>
            <a:off x="1455123" y="119918"/>
            <a:ext cx="7743825" cy="576263"/>
          </a:xfrm>
        </p:spPr>
        <p:txBody>
          <a:bodyPr/>
          <a:lstStyle/>
          <a:p>
            <a:r>
              <a:rPr lang="en-US" altLang="en-US" sz="3000" dirty="0"/>
              <a:t>Android Process Importance Hierarchy</a:t>
            </a:r>
          </a:p>
        </p:txBody>
      </p:sp>
      <p:sp>
        <p:nvSpPr>
          <p:cNvPr id="56323" name="Content Placeholder 2">
            <a:extLst>
              <a:ext uri="{FF2B5EF4-FFF2-40B4-BE49-F238E27FC236}">
                <a16:creationId xmlns:a16="http://schemas.microsoft.com/office/drawing/2014/main" id="{8675C949-6A9A-4638-902C-843874920EE2}"/>
              </a:ext>
            </a:extLst>
          </p:cNvPr>
          <p:cNvSpPr>
            <a:spLocks noGrp="1" noChangeArrowheads="1"/>
          </p:cNvSpPr>
          <p:nvPr>
            <p:ph idx="1"/>
          </p:nvPr>
        </p:nvSpPr>
        <p:spPr>
          <a:xfrm>
            <a:off x="819150" y="1100968"/>
            <a:ext cx="7743825" cy="4530725"/>
          </a:xfrm>
        </p:spPr>
        <p:txBody>
          <a:bodyPr/>
          <a:lstStyle/>
          <a:p>
            <a:r>
              <a:rPr lang="en-US" altLang="en-US" dirty="0"/>
              <a:t>Mobile operating systems often have to terminate processes to reclaim system resources such as memory. From </a:t>
            </a:r>
            <a:r>
              <a:rPr lang="en-US" altLang="en-US" b="1" dirty="0"/>
              <a:t>most</a:t>
            </a:r>
            <a:r>
              <a:rPr lang="en-US" altLang="en-US" dirty="0"/>
              <a:t> to </a:t>
            </a:r>
            <a:r>
              <a:rPr lang="en-US" altLang="en-US" b="1" dirty="0"/>
              <a:t>least</a:t>
            </a:r>
            <a:r>
              <a:rPr lang="en-US" altLang="en-US" dirty="0"/>
              <a:t> important:</a:t>
            </a:r>
          </a:p>
          <a:p>
            <a:pPr lvl="1"/>
            <a:r>
              <a:rPr lang="en-US" altLang="en-US" dirty="0"/>
              <a:t>Foreground process</a:t>
            </a:r>
          </a:p>
          <a:p>
            <a:pPr lvl="1"/>
            <a:r>
              <a:rPr lang="en-US" altLang="en-US" dirty="0"/>
              <a:t>Visible process</a:t>
            </a:r>
          </a:p>
          <a:p>
            <a:pPr lvl="1"/>
            <a:r>
              <a:rPr lang="en-US" altLang="en-US" dirty="0"/>
              <a:t>Service process</a:t>
            </a:r>
          </a:p>
          <a:p>
            <a:pPr lvl="1"/>
            <a:r>
              <a:rPr lang="en-US" altLang="en-US" dirty="0"/>
              <a:t>Background process</a:t>
            </a:r>
          </a:p>
          <a:p>
            <a:pPr lvl="1"/>
            <a:r>
              <a:rPr lang="en-US" altLang="en-US" dirty="0"/>
              <a:t>Empty process</a:t>
            </a:r>
          </a:p>
          <a:p>
            <a:r>
              <a:rPr lang="en-US" altLang="en-US" dirty="0"/>
              <a:t>Android will begin terminating processes that are least important.</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7346" name="Title 1">
            <a:extLst>
              <a:ext uri="{FF2B5EF4-FFF2-40B4-BE49-F238E27FC236}">
                <a16:creationId xmlns:a16="http://schemas.microsoft.com/office/drawing/2014/main" id="{D6E94F8E-122F-4FED-9B3D-FD01E2845895}"/>
              </a:ext>
            </a:extLst>
          </p:cNvPr>
          <p:cNvSpPr>
            <a:spLocks noGrp="1" noChangeArrowheads="1"/>
          </p:cNvSpPr>
          <p:nvPr>
            <p:ph type="title"/>
          </p:nvPr>
        </p:nvSpPr>
        <p:spPr>
          <a:xfrm>
            <a:off x="1202347" y="143364"/>
            <a:ext cx="7997825" cy="576263"/>
          </a:xfrm>
        </p:spPr>
        <p:txBody>
          <a:bodyPr/>
          <a:lstStyle/>
          <a:p>
            <a:r>
              <a:rPr lang="en-US" altLang="en-US" sz="2800" dirty="0" err="1"/>
              <a:t>Multiprocess</a:t>
            </a:r>
            <a:r>
              <a:rPr lang="en-US" altLang="en-US" sz="2800" dirty="0"/>
              <a:t> Architecture – Chrome Browser</a:t>
            </a:r>
          </a:p>
        </p:txBody>
      </p:sp>
      <p:sp>
        <p:nvSpPr>
          <p:cNvPr id="57347" name="Content Placeholder 2">
            <a:extLst>
              <a:ext uri="{FF2B5EF4-FFF2-40B4-BE49-F238E27FC236}">
                <a16:creationId xmlns:a16="http://schemas.microsoft.com/office/drawing/2014/main" id="{360D7C25-6ED1-40E0-9C1E-876BC3EC89DC}"/>
              </a:ext>
            </a:extLst>
          </p:cNvPr>
          <p:cNvSpPr>
            <a:spLocks noGrp="1" noChangeArrowheads="1"/>
          </p:cNvSpPr>
          <p:nvPr>
            <p:ph idx="1"/>
          </p:nvPr>
        </p:nvSpPr>
        <p:spPr>
          <a:xfrm>
            <a:off x="815975" y="1073426"/>
            <a:ext cx="7805738" cy="4478752"/>
          </a:xfrm>
        </p:spPr>
        <p:txBody>
          <a:bodyPr/>
          <a:lstStyle/>
          <a:p>
            <a:r>
              <a:rPr lang="en-US" altLang="en-US" dirty="0"/>
              <a:t>Many web browsers ran as single process (some still do)</a:t>
            </a:r>
          </a:p>
          <a:p>
            <a:pPr lvl="1"/>
            <a:r>
              <a:rPr lang="en-US" altLang="en-US" dirty="0"/>
              <a:t>If one web site causes trouble, entire browser can hang or crash</a:t>
            </a:r>
          </a:p>
          <a:p>
            <a:r>
              <a:rPr lang="en-US" altLang="en-US" dirty="0"/>
              <a:t>Google Chrome Browser is </a:t>
            </a:r>
            <a:r>
              <a:rPr lang="en-US" altLang="en-US" dirty="0" err="1"/>
              <a:t>multiprocess</a:t>
            </a:r>
            <a:r>
              <a:rPr lang="en-US" altLang="en-US" dirty="0"/>
              <a:t> with 3 different types of processes: </a:t>
            </a:r>
          </a:p>
          <a:p>
            <a:pPr lvl="1"/>
            <a:r>
              <a:rPr lang="en-US" altLang="en-US" b="1" dirty="0">
                <a:solidFill>
                  <a:srgbClr val="006699"/>
                </a:solidFill>
                <a:latin typeface="+mj-lt"/>
              </a:rPr>
              <a:t>Browser</a:t>
            </a:r>
            <a:r>
              <a:rPr lang="en-US" altLang="en-US" dirty="0"/>
              <a:t> process manages user interface, disk and network I/O</a:t>
            </a:r>
          </a:p>
          <a:p>
            <a:pPr lvl="1"/>
            <a:r>
              <a:rPr lang="en-US" altLang="en-US" b="1" dirty="0">
                <a:solidFill>
                  <a:srgbClr val="006699"/>
                </a:solidFill>
                <a:latin typeface="+mj-lt"/>
              </a:rPr>
              <a:t>Renderer</a:t>
            </a:r>
            <a:r>
              <a:rPr lang="en-US" altLang="en-US" dirty="0"/>
              <a:t> process renders web pages, deals with HTML, </a:t>
            </a:r>
            <a:r>
              <a:rPr lang="en-US" altLang="en-US" dirty="0" err="1"/>
              <a:t>Javascript</a:t>
            </a:r>
            <a:r>
              <a:rPr lang="en-US" altLang="en-US" dirty="0"/>
              <a:t>. A new renderer created for each website opened</a:t>
            </a:r>
          </a:p>
          <a:p>
            <a:pPr lvl="2"/>
            <a:r>
              <a:rPr lang="en-US" altLang="en-US" dirty="0"/>
              <a:t>Runs in </a:t>
            </a:r>
            <a:r>
              <a:rPr lang="en-US" altLang="en-US" b="1" dirty="0">
                <a:solidFill>
                  <a:srgbClr val="006699"/>
                </a:solidFill>
                <a:latin typeface="+mj-lt"/>
              </a:rPr>
              <a:t>sandbox</a:t>
            </a:r>
            <a:r>
              <a:rPr lang="en-US" altLang="en-US" dirty="0"/>
              <a:t> restricting disk and network I/O, minimizing effect of security exploits</a:t>
            </a:r>
          </a:p>
          <a:p>
            <a:pPr lvl="1"/>
            <a:r>
              <a:rPr lang="en-US" altLang="en-US" b="1" dirty="0">
                <a:solidFill>
                  <a:srgbClr val="006699"/>
                </a:solidFill>
                <a:latin typeface="+mj-lt"/>
              </a:rPr>
              <a:t>Plug-in</a:t>
            </a:r>
            <a:r>
              <a:rPr lang="en-US" altLang="en-US" b="1" dirty="0">
                <a:solidFill>
                  <a:srgbClr val="3366FF"/>
                </a:solidFill>
              </a:rPr>
              <a:t> </a:t>
            </a:r>
            <a:r>
              <a:rPr lang="en-US" altLang="en-US" dirty="0"/>
              <a:t>process for each type of plug-in</a:t>
            </a:r>
          </a:p>
          <a:p>
            <a:pPr lvl="1"/>
            <a:endParaRPr lang="en-US" altLang="en-US" dirty="0"/>
          </a:p>
          <a:p>
            <a:pPr lvl="1"/>
            <a:endParaRPr lang="en-US" altLang="en-US" dirty="0"/>
          </a:p>
          <a:p>
            <a:pPr lvl="1"/>
            <a:endParaRPr lang="en-US" altLang="en-US" dirty="0"/>
          </a:p>
        </p:txBody>
      </p:sp>
      <p:pic>
        <p:nvPicPr>
          <p:cNvPr id="57348" name="Picture 1">
            <a:extLst>
              <a:ext uri="{FF2B5EF4-FFF2-40B4-BE49-F238E27FC236}">
                <a16:creationId xmlns:a16="http://schemas.microsoft.com/office/drawing/2014/main" id="{FC10B725-AB13-417A-BEE0-FCE2190A3E9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717949" y="4591123"/>
            <a:ext cx="6278563" cy="1266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Title 1">
            <a:extLst>
              <a:ext uri="{FF2B5EF4-FFF2-40B4-BE49-F238E27FC236}">
                <a16:creationId xmlns:a16="http://schemas.microsoft.com/office/drawing/2014/main" id="{09D0E5E8-A027-43B0-871E-ED73DF85B2CC}"/>
              </a:ext>
            </a:extLst>
          </p:cNvPr>
          <p:cNvSpPr>
            <a:spLocks noGrp="1" noChangeArrowheads="1"/>
          </p:cNvSpPr>
          <p:nvPr>
            <p:ph type="title"/>
          </p:nvPr>
        </p:nvSpPr>
        <p:spPr>
          <a:xfrm>
            <a:off x="1001713" y="130054"/>
            <a:ext cx="7485062" cy="576262"/>
          </a:xfrm>
        </p:spPr>
        <p:txBody>
          <a:bodyPr/>
          <a:lstStyle/>
          <a:p>
            <a:r>
              <a:rPr lang="en-US" altLang="en-US" dirty="0"/>
              <a:t>Interprocess Communication</a:t>
            </a:r>
          </a:p>
        </p:txBody>
      </p:sp>
      <p:sp>
        <p:nvSpPr>
          <p:cNvPr id="59395" name="Content Placeholder 2">
            <a:extLst>
              <a:ext uri="{FF2B5EF4-FFF2-40B4-BE49-F238E27FC236}">
                <a16:creationId xmlns:a16="http://schemas.microsoft.com/office/drawing/2014/main" id="{2EF26BE1-FCB0-440F-8834-E9B667D36DB4}"/>
              </a:ext>
            </a:extLst>
          </p:cNvPr>
          <p:cNvSpPr>
            <a:spLocks noGrp="1" noChangeArrowheads="1"/>
          </p:cNvSpPr>
          <p:nvPr>
            <p:ph idx="1"/>
          </p:nvPr>
        </p:nvSpPr>
        <p:spPr>
          <a:xfrm>
            <a:off x="811213" y="1154113"/>
            <a:ext cx="7675562" cy="4530725"/>
          </a:xfrm>
        </p:spPr>
        <p:txBody>
          <a:bodyPr/>
          <a:lstStyle/>
          <a:p>
            <a:r>
              <a:rPr lang="en-US" altLang="en-US" dirty="0"/>
              <a:t>Processes within a system may be </a:t>
            </a:r>
            <a:r>
              <a:rPr lang="en-US" altLang="en-US" b="1" i="1" dirty="0"/>
              <a:t>independent</a:t>
            </a:r>
            <a:r>
              <a:rPr lang="en-US" altLang="en-US" b="1" dirty="0"/>
              <a:t> </a:t>
            </a:r>
            <a:r>
              <a:rPr lang="en-US" altLang="en-US" dirty="0"/>
              <a:t>or </a:t>
            </a:r>
            <a:r>
              <a:rPr lang="en-US" altLang="en-US" b="1" i="1" dirty="0"/>
              <a:t>cooperating</a:t>
            </a:r>
          </a:p>
          <a:p>
            <a:r>
              <a:rPr lang="en-US" altLang="en-US" dirty="0"/>
              <a:t>Cooperating process can affect or be affected by other processes, including sharing data</a:t>
            </a:r>
          </a:p>
          <a:p>
            <a:r>
              <a:rPr lang="en-US" altLang="en-US" dirty="0"/>
              <a:t>Reasons for cooperating processes:</a:t>
            </a:r>
          </a:p>
          <a:p>
            <a:pPr lvl="1"/>
            <a:r>
              <a:rPr lang="en-US" altLang="en-US" dirty="0"/>
              <a:t>Information sharing</a:t>
            </a:r>
          </a:p>
          <a:p>
            <a:pPr lvl="1"/>
            <a:r>
              <a:rPr lang="en-US" altLang="en-US" dirty="0"/>
              <a:t>Computation speedup</a:t>
            </a:r>
          </a:p>
          <a:p>
            <a:pPr lvl="1"/>
            <a:r>
              <a:rPr lang="en-US" altLang="en-US" dirty="0"/>
              <a:t>Modularity</a:t>
            </a:r>
          </a:p>
          <a:p>
            <a:pPr lvl="1"/>
            <a:r>
              <a:rPr lang="en-US" altLang="en-US" dirty="0"/>
              <a:t>Convenience	</a:t>
            </a:r>
          </a:p>
          <a:p>
            <a:r>
              <a:rPr lang="en-US" altLang="en-US" dirty="0"/>
              <a:t>Cooperating processes need </a:t>
            </a:r>
            <a:r>
              <a:rPr lang="en-US" altLang="en-US" b="1" dirty="0">
                <a:solidFill>
                  <a:srgbClr val="006699"/>
                </a:solidFill>
                <a:latin typeface="+mj-lt"/>
              </a:rPr>
              <a:t>interprocess</a:t>
            </a:r>
            <a:r>
              <a:rPr lang="en-US" altLang="en-US" b="1" dirty="0">
                <a:solidFill>
                  <a:srgbClr val="3366FF"/>
                </a:solidFill>
              </a:rPr>
              <a:t> </a:t>
            </a:r>
            <a:r>
              <a:rPr lang="en-US" altLang="en-US" b="1" dirty="0">
                <a:solidFill>
                  <a:srgbClr val="006699"/>
                </a:solidFill>
                <a:latin typeface="+mj-lt"/>
              </a:rPr>
              <a:t>communication</a:t>
            </a:r>
            <a:r>
              <a:rPr lang="en-US" altLang="en-US" b="1" dirty="0">
                <a:solidFill>
                  <a:srgbClr val="3366FF"/>
                </a:solidFill>
              </a:rPr>
              <a:t> </a:t>
            </a:r>
            <a:r>
              <a:rPr lang="en-US" altLang="en-US" dirty="0"/>
              <a:t>(</a:t>
            </a:r>
            <a:r>
              <a:rPr lang="en-US" altLang="en-US" b="1" dirty="0">
                <a:solidFill>
                  <a:srgbClr val="006699"/>
                </a:solidFill>
                <a:latin typeface="+mj-lt"/>
              </a:rPr>
              <a:t>IPC</a:t>
            </a:r>
            <a:r>
              <a:rPr lang="en-US" altLang="en-US" dirty="0"/>
              <a:t>)</a:t>
            </a:r>
          </a:p>
          <a:p>
            <a:r>
              <a:rPr lang="en-US" altLang="en-US" dirty="0"/>
              <a:t>Two models of IPC</a:t>
            </a:r>
          </a:p>
          <a:p>
            <a:pPr lvl="1"/>
            <a:r>
              <a:rPr lang="en-US" altLang="en-US" b="1" dirty="0">
                <a:solidFill>
                  <a:srgbClr val="006699"/>
                </a:solidFill>
                <a:latin typeface="+mj-lt"/>
              </a:rPr>
              <a:t>Shared</a:t>
            </a:r>
            <a:r>
              <a:rPr lang="en-US" altLang="en-US" b="1" dirty="0">
                <a:solidFill>
                  <a:srgbClr val="3366FF"/>
                </a:solidFill>
              </a:rPr>
              <a:t> </a:t>
            </a:r>
            <a:r>
              <a:rPr lang="en-US" altLang="en-US" b="1" dirty="0">
                <a:solidFill>
                  <a:srgbClr val="006699"/>
                </a:solidFill>
                <a:latin typeface="+mj-lt"/>
              </a:rPr>
              <a:t>memory</a:t>
            </a:r>
          </a:p>
          <a:p>
            <a:pPr lvl="1"/>
            <a:r>
              <a:rPr lang="en-US" altLang="en-US" b="1" dirty="0">
                <a:solidFill>
                  <a:srgbClr val="006699"/>
                </a:solidFill>
                <a:latin typeface="+mj-lt"/>
              </a:rPr>
              <a:t>Message passing</a:t>
            </a:r>
          </a:p>
          <a:p>
            <a:pPr lvl="1"/>
            <a:endParaRPr lang="en-US" alt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a:extLst>
              <a:ext uri="{FF2B5EF4-FFF2-40B4-BE49-F238E27FC236}">
                <a16:creationId xmlns:a16="http://schemas.microsoft.com/office/drawing/2014/main" id="{D24006AF-9462-4FD7-8602-D757042B979A}"/>
              </a:ext>
            </a:extLst>
          </p:cNvPr>
          <p:cNvSpPr>
            <a:spLocks noGrp="1" noChangeArrowheads="1"/>
          </p:cNvSpPr>
          <p:nvPr>
            <p:ph type="title"/>
          </p:nvPr>
        </p:nvSpPr>
        <p:spPr>
          <a:xfrm>
            <a:off x="457200" y="228600"/>
            <a:ext cx="8229600" cy="576263"/>
          </a:xfrm>
        </p:spPr>
        <p:txBody>
          <a:bodyPr/>
          <a:lstStyle/>
          <a:p>
            <a:pPr eaLnBrk="1" hangingPunct="1"/>
            <a:r>
              <a:rPr lang="en-US" altLang="en-US"/>
              <a:t>Communications Models </a:t>
            </a:r>
          </a:p>
        </p:txBody>
      </p:sp>
      <p:sp>
        <p:nvSpPr>
          <p:cNvPr id="61443" name="Rectangle 3">
            <a:extLst>
              <a:ext uri="{FF2B5EF4-FFF2-40B4-BE49-F238E27FC236}">
                <a16:creationId xmlns:a16="http://schemas.microsoft.com/office/drawing/2014/main" id="{00B4232E-A93C-4613-91D0-E8A0948B61F1}"/>
              </a:ext>
            </a:extLst>
          </p:cNvPr>
          <p:cNvSpPr>
            <a:spLocks noChangeArrowheads="1"/>
          </p:cNvSpPr>
          <p:nvPr/>
        </p:nvSpPr>
        <p:spPr bwMode="auto">
          <a:xfrm>
            <a:off x="1487488" y="1150938"/>
            <a:ext cx="63722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110000"/>
              <a:buFont typeface="Wingdings" panose="05000000000000000000" pitchFamily="2" charset="2"/>
              <a:buChar char="§"/>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110000"/>
              <a:buFont typeface="Arial" panose="020B0604020202020204" pitchFamily="34" charset="0"/>
              <a:buChar char="•"/>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spcBef>
                <a:spcPct val="0"/>
              </a:spcBef>
              <a:buClrTx/>
              <a:buSzTx/>
              <a:buFontTx/>
              <a:buNone/>
            </a:pPr>
            <a:r>
              <a:rPr kumimoji="0" lang="en-US" altLang="en-US">
                <a:solidFill>
                  <a:srgbClr val="000000"/>
                </a:solidFill>
                <a:latin typeface="Arial" panose="020B0604020202020204" pitchFamily="34" charset="0"/>
              </a:rPr>
              <a:t>(a) Shared memory.  		(b) Message passing. </a:t>
            </a:r>
            <a:r>
              <a:rPr kumimoji="0" lang="en-US" altLang="en-US">
                <a:latin typeface="Arial" panose="020B0604020202020204" pitchFamily="34" charset="0"/>
              </a:rPr>
              <a:t> </a:t>
            </a:r>
          </a:p>
        </p:txBody>
      </p:sp>
      <p:pic>
        <p:nvPicPr>
          <p:cNvPr id="61444" name="Picture 1">
            <a:extLst>
              <a:ext uri="{FF2B5EF4-FFF2-40B4-BE49-F238E27FC236}">
                <a16:creationId xmlns:a16="http://schemas.microsoft.com/office/drawing/2014/main" id="{3ED38AED-C0F5-4084-BE69-BF6EFD7FF58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612900" y="2016125"/>
            <a:ext cx="6246813" cy="3998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a:extLst>
              <a:ext uri="{FF2B5EF4-FFF2-40B4-BE49-F238E27FC236}">
                <a16:creationId xmlns:a16="http://schemas.microsoft.com/office/drawing/2014/main" id="{69141823-0818-4D21-8248-27E5004ACAF5}"/>
              </a:ext>
            </a:extLst>
          </p:cNvPr>
          <p:cNvSpPr>
            <a:spLocks noGrp="1" noChangeArrowheads="1"/>
          </p:cNvSpPr>
          <p:nvPr>
            <p:ph type="title"/>
          </p:nvPr>
        </p:nvSpPr>
        <p:spPr>
          <a:xfrm>
            <a:off x="749300" y="228600"/>
            <a:ext cx="7937500" cy="576263"/>
          </a:xfrm>
        </p:spPr>
        <p:txBody>
          <a:bodyPr/>
          <a:lstStyle/>
          <a:p>
            <a:pPr eaLnBrk="1" hangingPunct="1"/>
            <a:r>
              <a:rPr lang="en-US" altLang="en-US"/>
              <a:t>Producer-Consumer Problem</a:t>
            </a:r>
          </a:p>
        </p:txBody>
      </p:sp>
      <p:sp>
        <p:nvSpPr>
          <p:cNvPr id="65539" name="Rectangle 3">
            <a:extLst>
              <a:ext uri="{FF2B5EF4-FFF2-40B4-BE49-F238E27FC236}">
                <a16:creationId xmlns:a16="http://schemas.microsoft.com/office/drawing/2014/main" id="{99B8C2EA-F3A4-449A-81E9-2FC5EC36E1D3}"/>
              </a:ext>
            </a:extLst>
          </p:cNvPr>
          <p:cNvSpPr>
            <a:spLocks noGrp="1" noChangeArrowheads="1"/>
          </p:cNvSpPr>
          <p:nvPr>
            <p:ph type="body" idx="1"/>
          </p:nvPr>
        </p:nvSpPr>
        <p:spPr>
          <a:xfrm>
            <a:off x="814388" y="1214438"/>
            <a:ext cx="6825665" cy="4344151"/>
          </a:xfrm>
        </p:spPr>
        <p:txBody>
          <a:bodyPr/>
          <a:lstStyle/>
          <a:p>
            <a:r>
              <a:rPr lang="en-US" altLang="en-US" dirty="0"/>
              <a:t>Paradigm for cooperating processes:</a:t>
            </a:r>
          </a:p>
          <a:p>
            <a:pPr lvl="1"/>
            <a:r>
              <a:rPr lang="en-US" altLang="en-US" i="1" dirty="0"/>
              <a:t>producer</a:t>
            </a:r>
            <a:r>
              <a:rPr lang="en-US" altLang="en-US" dirty="0"/>
              <a:t> process produces information that is consumed by a </a:t>
            </a:r>
            <a:r>
              <a:rPr lang="en-US" altLang="en-US" i="1" dirty="0"/>
              <a:t>consumer</a:t>
            </a:r>
            <a:r>
              <a:rPr lang="en-US" altLang="en-US" dirty="0"/>
              <a:t> process</a:t>
            </a:r>
          </a:p>
          <a:p>
            <a:r>
              <a:rPr lang="en-US" altLang="en-US" dirty="0"/>
              <a:t>Two variations:</a:t>
            </a:r>
          </a:p>
          <a:p>
            <a:pPr lvl="1"/>
            <a:r>
              <a:rPr lang="en-US" altLang="en-US" b="1" dirty="0">
                <a:solidFill>
                  <a:srgbClr val="006699"/>
                </a:solidFill>
                <a:latin typeface="+mj-lt"/>
              </a:rPr>
              <a:t>unbounded-buffer</a:t>
            </a:r>
            <a:r>
              <a:rPr lang="en-US" altLang="en-US" b="1" dirty="0">
                <a:solidFill>
                  <a:srgbClr val="3366FF"/>
                </a:solidFill>
              </a:rPr>
              <a:t> </a:t>
            </a:r>
            <a:r>
              <a:rPr lang="en-US" altLang="en-US" dirty="0"/>
              <a:t>places no practical limit on the size of the buffer:</a:t>
            </a:r>
          </a:p>
          <a:p>
            <a:pPr lvl="2"/>
            <a:r>
              <a:rPr lang="en-US" altLang="en-US" dirty="0"/>
              <a:t>Producer never waits</a:t>
            </a:r>
          </a:p>
          <a:p>
            <a:pPr lvl="2"/>
            <a:r>
              <a:rPr lang="en-US" altLang="en-US" dirty="0"/>
              <a:t>Consumer waits if there is no buffer to consume</a:t>
            </a:r>
          </a:p>
          <a:p>
            <a:pPr lvl="1"/>
            <a:r>
              <a:rPr lang="en-US" altLang="en-US" b="1" dirty="0">
                <a:solidFill>
                  <a:srgbClr val="006699"/>
                </a:solidFill>
                <a:latin typeface="+mj-lt"/>
              </a:rPr>
              <a:t>bounded-buffer</a:t>
            </a:r>
            <a:r>
              <a:rPr lang="en-US" altLang="en-US" b="1" dirty="0">
                <a:solidFill>
                  <a:srgbClr val="3366FF"/>
                </a:solidFill>
              </a:rPr>
              <a:t> </a:t>
            </a:r>
            <a:r>
              <a:rPr lang="en-US" altLang="en-US" dirty="0"/>
              <a:t>assumes that there is a fixed buffer size</a:t>
            </a:r>
          </a:p>
          <a:p>
            <a:pPr lvl="2"/>
            <a:r>
              <a:rPr lang="en-US" altLang="en-US" dirty="0"/>
              <a:t>Producer must wait if all buffers are full</a:t>
            </a:r>
          </a:p>
          <a:p>
            <a:pPr lvl="2"/>
            <a:r>
              <a:rPr lang="en-US" altLang="en-US" dirty="0"/>
              <a:t>Consumer waits if there is no buffer to consume</a:t>
            </a:r>
          </a:p>
        </p:txBody>
      </p:sp>
    </p:spTree>
    <p:extLst>
      <p:ext uri="{BB962C8B-B14F-4D97-AF65-F5344CB8AC3E}">
        <p14:creationId xmlns:p14="http://schemas.microsoft.com/office/powerpoint/2010/main" val="126198287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a:extLst>
              <a:ext uri="{FF2B5EF4-FFF2-40B4-BE49-F238E27FC236}">
                <a16:creationId xmlns:a16="http://schemas.microsoft.com/office/drawing/2014/main" id="{F75428CE-94A1-42F8-AA1B-55485F581E53}"/>
              </a:ext>
            </a:extLst>
          </p:cNvPr>
          <p:cNvSpPr>
            <a:spLocks noGrp="1" noChangeArrowheads="1"/>
          </p:cNvSpPr>
          <p:nvPr>
            <p:ph type="title"/>
          </p:nvPr>
        </p:nvSpPr>
        <p:spPr>
          <a:xfrm>
            <a:off x="920585" y="95580"/>
            <a:ext cx="8426450" cy="576263"/>
          </a:xfrm>
        </p:spPr>
        <p:txBody>
          <a:bodyPr/>
          <a:lstStyle/>
          <a:p>
            <a:pPr eaLnBrk="1" hangingPunct="1"/>
            <a:r>
              <a:rPr lang="en-US" altLang="en-US" sz="2600" dirty="0"/>
              <a:t>IPC – Shared Memory</a:t>
            </a:r>
          </a:p>
        </p:txBody>
      </p:sp>
      <p:sp>
        <p:nvSpPr>
          <p:cNvPr id="67587" name="Rectangle 3">
            <a:extLst>
              <a:ext uri="{FF2B5EF4-FFF2-40B4-BE49-F238E27FC236}">
                <a16:creationId xmlns:a16="http://schemas.microsoft.com/office/drawing/2014/main" id="{90C2EA05-1541-4195-8AE7-131E61118D2E}"/>
              </a:ext>
            </a:extLst>
          </p:cNvPr>
          <p:cNvSpPr>
            <a:spLocks noGrp="1" noChangeArrowheads="1"/>
          </p:cNvSpPr>
          <p:nvPr>
            <p:ph type="body" idx="1"/>
          </p:nvPr>
        </p:nvSpPr>
        <p:spPr>
          <a:xfrm>
            <a:off x="833438" y="1233488"/>
            <a:ext cx="7239751" cy="4385259"/>
          </a:xfrm>
        </p:spPr>
        <p:txBody>
          <a:bodyPr/>
          <a:lstStyle/>
          <a:p>
            <a:pPr>
              <a:lnSpc>
                <a:spcPct val="90000"/>
              </a:lnSpc>
            </a:pPr>
            <a:r>
              <a:rPr lang="en-US" altLang="en-US" dirty="0"/>
              <a:t>An area of memory shared among the processes that wish to communicate</a:t>
            </a:r>
          </a:p>
          <a:p>
            <a:pPr>
              <a:lnSpc>
                <a:spcPct val="90000"/>
              </a:lnSpc>
            </a:pPr>
            <a:r>
              <a:rPr lang="en-US" altLang="en-US" dirty="0"/>
              <a:t>The communication is under the control of the users processes not the operating system.</a:t>
            </a:r>
          </a:p>
          <a:p>
            <a:pPr>
              <a:lnSpc>
                <a:spcPct val="90000"/>
              </a:lnSpc>
            </a:pPr>
            <a:r>
              <a:rPr lang="en-US" altLang="en-US" dirty="0"/>
              <a:t>Major issues is to provide mechanism that will allow the user processes to synchronize their actions when they access shared memory. </a:t>
            </a:r>
          </a:p>
          <a:p>
            <a:pPr>
              <a:lnSpc>
                <a:spcPct val="90000"/>
              </a:lnSpc>
            </a:pPr>
            <a:r>
              <a:rPr lang="en-US" altLang="en-US" dirty="0"/>
              <a:t>Synchronization is discussed in great details in Chapters 6 &amp; 7.</a:t>
            </a:r>
          </a:p>
          <a:p>
            <a:pPr>
              <a:lnSpc>
                <a:spcPct val="90000"/>
              </a:lnSpc>
            </a:pPr>
            <a:endParaRPr lang="en-US" altLang="en-US" dirty="0"/>
          </a:p>
          <a:p>
            <a:pPr lvl="1">
              <a:lnSpc>
                <a:spcPct val="90000"/>
              </a:lnSpc>
              <a:buFont typeface="Monotype Sorts" pitchFamily="-84" charset="2"/>
              <a:buNone/>
            </a:pPr>
            <a:endParaRPr lang="en-US" alt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a:extLst>
              <a:ext uri="{FF2B5EF4-FFF2-40B4-BE49-F238E27FC236}">
                <a16:creationId xmlns:a16="http://schemas.microsoft.com/office/drawing/2014/main" id="{99EE88E8-FB94-4EA2-914B-EA0288206255}"/>
              </a:ext>
            </a:extLst>
          </p:cNvPr>
          <p:cNvSpPr>
            <a:spLocks noGrp="1" noChangeArrowheads="1"/>
          </p:cNvSpPr>
          <p:nvPr>
            <p:ph type="title"/>
          </p:nvPr>
        </p:nvSpPr>
        <p:spPr>
          <a:xfrm>
            <a:off x="1046163" y="265946"/>
            <a:ext cx="8074025" cy="457200"/>
          </a:xfrm>
        </p:spPr>
        <p:txBody>
          <a:bodyPr/>
          <a:lstStyle/>
          <a:p>
            <a:pPr eaLnBrk="1" hangingPunct="1"/>
            <a:r>
              <a:rPr lang="en-US" altLang="en-US" sz="2800" dirty="0"/>
              <a:t>Bounded-Buffer – Shared-Memory Solution</a:t>
            </a:r>
          </a:p>
        </p:txBody>
      </p:sp>
      <p:sp>
        <p:nvSpPr>
          <p:cNvPr id="69635" name="Rectangle 3">
            <a:extLst>
              <a:ext uri="{FF2B5EF4-FFF2-40B4-BE49-F238E27FC236}">
                <a16:creationId xmlns:a16="http://schemas.microsoft.com/office/drawing/2014/main" id="{06B4B2DB-0CD0-402C-8F68-104A05E1E5E5}"/>
              </a:ext>
            </a:extLst>
          </p:cNvPr>
          <p:cNvSpPr>
            <a:spLocks noGrp="1" noChangeArrowheads="1"/>
          </p:cNvSpPr>
          <p:nvPr>
            <p:ph type="body" idx="1"/>
          </p:nvPr>
        </p:nvSpPr>
        <p:spPr>
          <a:xfrm>
            <a:off x="839788" y="1203325"/>
            <a:ext cx="7486650" cy="4700588"/>
          </a:xfrm>
        </p:spPr>
        <p:txBody>
          <a:bodyPr/>
          <a:lstStyle/>
          <a:p>
            <a:r>
              <a:rPr lang="en-US" altLang="en-US"/>
              <a:t>Shared data</a:t>
            </a:r>
          </a:p>
          <a:p>
            <a:pPr marL="1598613" lvl="3">
              <a:buFontTx/>
              <a:buNone/>
            </a:pPr>
            <a:r>
              <a:rPr lang="en-US" altLang="en-US" b="1">
                <a:latin typeface="Courier New" panose="02070309020205020404" pitchFamily="49" charset="0"/>
              </a:rPr>
              <a:t>#define BUFFER_SIZE 10</a:t>
            </a:r>
          </a:p>
          <a:p>
            <a:pPr marL="1598613" lvl="3">
              <a:buFontTx/>
              <a:buNone/>
            </a:pPr>
            <a:r>
              <a:rPr lang="en-US" altLang="en-US" b="1">
                <a:latin typeface="Courier New" panose="02070309020205020404" pitchFamily="49" charset="0"/>
              </a:rPr>
              <a:t>typedef struct {</a:t>
            </a:r>
          </a:p>
          <a:p>
            <a:pPr marL="1598613" lvl="3">
              <a:buFontTx/>
              <a:buNone/>
            </a:pPr>
            <a:r>
              <a:rPr lang="en-US" altLang="en-US" b="1">
                <a:latin typeface="Courier New" panose="02070309020205020404" pitchFamily="49" charset="0"/>
              </a:rPr>
              <a:t>	. . .</a:t>
            </a:r>
          </a:p>
          <a:p>
            <a:pPr marL="1598613" lvl="3">
              <a:buFontTx/>
              <a:buNone/>
            </a:pPr>
            <a:r>
              <a:rPr lang="en-US" altLang="en-US" b="1">
                <a:latin typeface="Courier New" panose="02070309020205020404" pitchFamily="49" charset="0"/>
              </a:rPr>
              <a:t>} item;</a:t>
            </a:r>
          </a:p>
          <a:p>
            <a:pPr marL="1598613" lvl="3">
              <a:buFontTx/>
              <a:buNone/>
            </a:pPr>
            <a:endParaRPr lang="en-US" altLang="en-US" b="1">
              <a:latin typeface="Courier New" panose="02070309020205020404" pitchFamily="49" charset="0"/>
            </a:endParaRPr>
          </a:p>
          <a:p>
            <a:pPr marL="1598613" lvl="3">
              <a:buFontTx/>
              <a:buNone/>
            </a:pPr>
            <a:r>
              <a:rPr lang="en-US" altLang="en-US" b="1">
                <a:latin typeface="Courier New" panose="02070309020205020404" pitchFamily="49" charset="0"/>
              </a:rPr>
              <a:t>item buffer[BUFFER_SIZE];</a:t>
            </a:r>
          </a:p>
          <a:p>
            <a:pPr marL="1598613" lvl="3">
              <a:buFontTx/>
              <a:buNone/>
            </a:pPr>
            <a:r>
              <a:rPr lang="en-US" altLang="en-US" b="1">
                <a:latin typeface="Courier New" panose="02070309020205020404" pitchFamily="49" charset="0"/>
              </a:rPr>
              <a:t>int in = 0;</a:t>
            </a:r>
          </a:p>
          <a:p>
            <a:pPr marL="1598613" lvl="3">
              <a:buFontTx/>
              <a:buNone/>
            </a:pPr>
            <a:r>
              <a:rPr lang="en-US" altLang="en-US" b="1">
                <a:latin typeface="Courier New" panose="02070309020205020404" pitchFamily="49" charset="0"/>
              </a:rPr>
              <a:t>int out = 0;</a:t>
            </a:r>
          </a:p>
          <a:p>
            <a:pPr marL="1598613" lvl="3">
              <a:buFontTx/>
              <a:buNone/>
            </a:pPr>
            <a:endParaRPr lang="en-US" altLang="en-US"/>
          </a:p>
          <a:p>
            <a:r>
              <a:rPr lang="en-US" altLang="en-US"/>
              <a:t>Solution is correct, but can only use </a:t>
            </a:r>
            <a:r>
              <a:rPr lang="en-US" altLang="en-US" b="1">
                <a:latin typeface="Courier New" panose="02070309020205020404" pitchFamily="49" charset="0"/>
              </a:rPr>
              <a:t>BUFFER_SIZE-1</a:t>
            </a:r>
            <a:r>
              <a:rPr lang="en-US" altLang="en-US"/>
              <a:t> elements</a:t>
            </a:r>
          </a:p>
          <a:p>
            <a:pPr marL="1598613" lvl="3">
              <a:buFontTx/>
              <a:buNone/>
            </a:pPr>
            <a:endParaRPr lang="en-US" altLang="en-US" sz="2000" b="1"/>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a:extLst>
              <a:ext uri="{FF2B5EF4-FFF2-40B4-BE49-F238E27FC236}">
                <a16:creationId xmlns:a16="http://schemas.microsoft.com/office/drawing/2014/main" id="{B426FA82-2801-4913-A63A-AF57E7132643}"/>
              </a:ext>
            </a:extLst>
          </p:cNvPr>
          <p:cNvSpPr>
            <a:spLocks noGrp="1" noChangeArrowheads="1"/>
          </p:cNvSpPr>
          <p:nvPr>
            <p:ph type="title"/>
          </p:nvPr>
        </p:nvSpPr>
        <p:spPr>
          <a:xfrm>
            <a:off x="1117600" y="222250"/>
            <a:ext cx="7569200" cy="576263"/>
          </a:xfrm>
        </p:spPr>
        <p:txBody>
          <a:bodyPr/>
          <a:lstStyle/>
          <a:p>
            <a:pPr eaLnBrk="1" hangingPunct="1"/>
            <a:r>
              <a:rPr lang="en-US" altLang="en-US" dirty="0"/>
              <a:t>Producer Process – Shared Memory</a:t>
            </a:r>
          </a:p>
        </p:txBody>
      </p:sp>
      <p:sp>
        <p:nvSpPr>
          <p:cNvPr id="71683" name="Rectangle 3">
            <a:extLst>
              <a:ext uri="{FF2B5EF4-FFF2-40B4-BE49-F238E27FC236}">
                <a16:creationId xmlns:a16="http://schemas.microsoft.com/office/drawing/2014/main" id="{918AC823-35A6-4F95-9F20-D71790E773CD}"/>
              </a:ext>
            </a:extLst>
          </p:cNvPr>
          <p:cNvSpPr>
            <a:spLocks noGrp="1" noChangeArrowheads="1"/>
          </p:cNvSpPr>
          <p:nvPr>
            <p:ph type="body" idx="1"/>
          </p:nvPr>
        </p:nvSpPr>
        <p:spPr>
          <a:xfrm>
            <a:off x="1603375" y="1014413"/>
            <a:ext cx="6940550" cy="4483100"/>
          </a:xfrm>
        </p:spPr>
        <p:txBody>
          <a:bodyPr/>
          <a:lstStyle/>
          <a:p>
            <a:pPr>
              <a:buFont typeface="Monotype Sorts" pitchFamily="-84" charset="2"/>
              <a:buNone/>
            </a:pPr>
            <a:endParaRPr lang="en-US" altLang="en-US" sz="1600" dirty="0">
              <a:latin typeface="Monaco"/>
            </a:endParaRPr>
          </a:p>
          <a:p>
            <a:pPr>
              <a:buFont typeface="Monotype Sorts" pitchFamily="-84" charset="2"/>
              <a:buNone/>
            </a:pPr>
            <a:r>
              <a:rPr lang="en-US" altLang="en-US" sz="1600" b="1" dirty="0">
                <a:latin typeface="Courier New" panose="02070309020205020404" pitchFamily="49" charset="0"/>
              </a:rPr>
              <a:t>item </a:t>
            </a:r>
            <a:r>
              <a:rPr lang="en-US" altLang="en-US" sz="1600" b="1" dirty="0" err="1">
                <a:latin typeface="Courier New" panose="02070309020205020404" pitchFamily="49" charset="0"/>
              </a:rPr>
              <a:t>next_produced</a:t>
            </a:r>
            <a:r>
              <a:rPr lang="en-US" altLang="en-US" sz="1600" b="1" dirty="0">
                <a:latin typeface="Courier New" panose="02070309020205020404" pitchFamily="49" charset="0"/>
              </a:rPr>
              <a:t>; </a:t>
            </a:r>
            <a:br>
              <a:rPr lang="en-US" altLang="en-US" sz="1600" b="1" dirty="0">
                <a:latin typeface="Courier New" panose="02070309020205020404" pitchFamily="49" charset="0"/>
              </a:rPr>
            </a:br>
            <a:endParaRPr lang="en-US" altLang="en-US" sz="1600" b="1" dirty="0">
              <a:latin typeface="Courier New" panose="02070309020205020404" pitchFamily="49" charset="0"/>
            </a:endParaRPr>
          </a:p>
          <a:p>
            <a:pPr>
              <a:buFont typeface="Monotype Sorts" pitchFamily="-84" charset="2"/>
              <a:buNone/>
            </a:pPr>
            <a:r>
              <a:rPr lang="en-US" altLang="en-US" sz="1600" b="1" dirty="0">
                <a:latin typeface="Courier New" panose="02070309020205020404" pitchFamily="49" charset="0"/>
              </a:rPr>
              <a:t>while (true) { </a:t>
            </a:r>
          </a:p>
          <a:p>
            <a:pPr>
              <a:buFont typeface="Monotype Sorts" pitchFamily="-84" charset="2"/>
              <a:buNone/>
            </a:pPr>
            <a:r>
              <a:rPr lang="en-US" altLang="en-US" sz="1600" b="1" dirty="0">
                <a:latin typeface="Courier New" panose="02070309020205020404" pitchFamily="49" charset="0"/>
              </a:rPr>
              <a:t>	/* produce an item in next produced */ </a:t>
            </a:r>
          </a:p>
          <a:p>
            <a:pPr>
              <a:buFont typeface="Monotype Sorts" pitchFamily="-84" charset="2"/>
              <a:buNone/>
            </a:pPr>
            <a:r>
              <a:rPr lang="en-US" altLang="en-US" sz="1600" b="1" dirty="0">
                <a:latin typeface="Courier New" panose="02070309020205020404" pitchFamily="49" charset="0"/>
              </a:rPr>
              <a:t>	while (((in + 1) % BUFFER_SIZE) == out) </a:t>
            </a:r>
          </a:p>
          <a:p>
            <a:pPr>
              <a:buFont typeface="Monotype Sorts" pitchFamily="-84" charset="2"/>
              <a:buNone/>
            </a:pPr>
            <a:r>
              <a:rPr lang="en-US" altLang="en-US" sz="1600" b="1" dirty="0">
                <a:latin typeface="Courier New" panose="02070309020205020404" pitchFamily="49" charset="0"/>
              </a:rPr>
              <a:t>		; /* do nothing */ </a:t>
            </a:r>
          </a:p>
          <a:p>
            <a:pPr>
              <a:buFont typeface="Monotype Sorts" pitchFamily="-84" charset="2"/>
              <a:buNone/>
            </a:pPr>
            <a:r>
              <a:rPr lang="en-US" altLang="en-US" sz="1600" b="1" dirty="0">
                <a:latin typeface="Courier New" panose="02070309020205020404" pitchFamily="49" charset="0"/>
              </a:rPr>
              <a:t>	buffer[in] = </a:t>
            </a:r>
            <a:r>
              <a:rPr lang="en-US" altLang="en-US" sz="1600" b="1" dirty="0" err="1">
                <a:latin typeface="Courier New" panose="02070309020205020404" pitchFamily="49" charset="0"/>
              </a:rPr>
              <a:t>next_produced</a:t>
            </a:r>
            <a:r>
              <a:rPr lang="en-US" altLang="en-US" sz="1600" b="1" dirty="0">
                <a:latin typeface="Courier New" panose="02070309020205020404" pitchFamily="49" charset="0"/>
              </a:rPr>
              <a:t>; </a:t>
            </a:r>
          </a:p>
          <a:p>
            <a:pPr>
              <a:buFont typeface="Monotype Sorts" pitchFamily="-84" charset="2"/>
              <a:buNone/>
            </a:pPr>
            <a:r>
              <a:rPr lang="en-US" altLang="en-US" sz="1600" b="1" dirty="0">
                <a:latin typeface="Courier New" panose="02070309020205020404" pitchFamily="49" charset="0"/>
              </a:rPr>
              <a:t>	in = (in + 1) % BUFFER_SIZE; </a:t>
            </a:r>
          </a:p>
          <a:p>
            <a:pPr>
              <a:buFont typeface="Monotype Sorts" pitchFamily="-84" charset="2"/>
              <a:buNone/>
            </a:pPr>
            <a:r>
              <a:rPr lang="en-US" altLang="en-US" sz="1600" b="1" dirty="0">
                <a:latin typeface="Courier New" panose="02070309020205020404" pitchFamily="49" charset="0"/>
              </a:rPr>
              <a:t>}</a:t>
            </a:r>
            <a:r>
              <a:rPr lang="en-US" altLang="en-US" sz="1600" dirty="0">
                <a:latin typeface="Courier New" panose="02070309020205020404" pitchFamily="49" charset="0"/>
              </a:rPr>
              <a:t> </a:t>
            </a:r>
          </a:p>
          <a:p>
            <a:pPr>
              <a:buFont typeface="Monotype Sorts" pitchFamily="-84" charset="2"/>
              <a:buNone/>
            </a:pPr>
            <a:endParaRPr lang="en-US" altLang="en-US" sz="2000" dirty="0">
              <a:latin typeface="Monaco"/>
            </a:endParaRPr>
          </a:p>
          <a:p>
            <a:pPr>
              <a:buFont typeface="Monotype Sorts" pitchFamily="-84" charset="2"/>
              <a:buNone/>
            </a:pPr>
            <a:endParaRPr lang="en-US" altLang="en-US" sz="2000" dirty="0"/>
          </a:p>
          <a:p>
            <a:pPr>
              <a:buFont typeface="Monotype Sorts" pitchFamily="-84" charset="2"/>
              <a:buNone/>
            </a:pPr>
            <a:r>
              <a:rPr lang="en-US" altLang="en-US" sz="1400" dirty="0"/>
              <a:t>	</a:t>
            </a:r>
          </a:p>
          <a:p>
            <a:pPr marL="7167563" lvl="4">
              <a:buFontTx/>
              <a:buNone/>
            </a:pPr>
            <a:endParaRPr lang="en-US" altLang="en-US" sz="1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a:extLst>
              <a:ext uri="{FF2B5EF4-FFF2-40B4-BE49-F238E27FC236}">
                <a16:creationId xmlns:a16="http://schemas.microsoft.com/office/drawing/2014/main" id="{65A24975-CF06-4A73-8D26-DA0E6F7E659C}"/>
              </a:ext>
            </a:extLst>
          </p:cNvPr>
          <p:cNvSpPr>
            <a:spLocks noGrp="1" noChangeArrowheads="1"/>
          </p:cNvSpPr>
          <p:nvPr>
            <p:ph type="title"/>
          </p:nvPr>
        </p:nvSpPr>
        <p:spPr>
          <a:xfrm>
            <a:off x="1332835" y="204535"/>
            <a:ext cx="7594600" cy="545850"/>
          </a:xfrm>
        </p:spPr>
        <p:txBody>
          <a:bodyPr/>
          <a:lstStyle/>
          <a:p>
            <a:pPr eaLnBrk="1" hangingPunct="1"/>
            <a:r>
              <a:rPr lang="en-US" altLang="en-US" dirty="0"/>
              <a:t>Consumer Process – Shared Memory</a:t>
            </a:r>
          </a:p>
        </p:txBody>
      </p:sp>
      <p:sp>
        <p:nvSpPr>
          <p:cNvPr id="73731" name="Rectangle 3">
            <a:extLst>
              <a:ext uri="{FF2B5EF4-FFF2-40B4-BE49-F238E27FC236}">
                <a16:creationId xmlns:a16="http://schemas.microsoft.com/office/drawing/2014/main" id="{A4383804-C100-4255-A1BD-B8DC67A9F255}"/>
              </a:ext>
            </a:extLst>
          </p:cNvPr>
          <p:cNvSpPr>
            <a:spLocks noGrp="1" noChangeArrowheads="1"/>
          </p:cNvSpPr>
          <p:nvPr>
            <p:ph type="body" idx="1"/>
          </p:nvPr>
        </p:nvSpPr>
        <p:spPr>
          <a:xfrm>
            <a:off x="1649413" y="1219200"/>
            <a:ext cx="6894512" cy="4411663"/>
          </a:xfrm>
        </p:spPr>
        <p:txBody>
          <a:bodyPr/>
          <a:lstStyle/>
          <a:p>
            <a:pPr marL="0" indent="0">
              <a:buFont typeface="Monotype Sorts" pitchFamily="-84" charset="2"/>
              <a:buNone/>
            </a:pPr>
            <a:r>
              <a:rPr lang="en-US" altLang="en-US" sz="1600" b="1">
                <a:latin typeface="Courier New" panose="02070309020205020404" pitchFamily="49" charset="0"/>
              </a:rPr>
              <a:t>item next_consumed; </a:t>
            </a:r>
            <a:br>
              <a:rPr lang="en-US" altLang="en-US" sz="1600" b="1">
                <a:latin typeface="Courier New" panose="02070309020205020404" pitchFamily="49" charset="0"/>
              </a:rPr>
            </a:br>
            <a:endParaRPr lang="en-US" altLang="en-US" sz="1600" b="1">
              <a:latin typeface="Courier New" panose="02070309020205020404" pitchFamily="49" charset="0"/>
            </a:endParaRPr>
          </a:p>
          <a:p>
            <a:pPr marL="0" indent="0">
              <a:buFont typeface="Monotype Sorts" pitchFamily="-84" charset="2"/>
              <a:buNone/>
            </a:pPr>
            <a:r>
              <a:rPr lang="en-US" altLang="en-US" sz="1600" b="1">
                <a:latin typeface="Courier New" panose="02070309020205020404" pitchFamily="49" charset="0"/>
              </a:rPr>
              <a:t>while (true) {</a:t>
            </a:r>
            <a:br>
              <a:rPr lang="en-US" altLang="en-US" sz="1600" b="1">
                <a:latin typeface="Courier New" panose="02070309020205020404" pitchFamily="49" charset="0"/>
              </a:rPr>
            </a:br>
            <a:r>
              <a:rPr lang="en-US" altLang="en-US" sz="1600" b="1">
                <a:latin typeface="Courier New" panose="02070309020205020404" pitchFamily="49" charset="0"/>
              </a:rPr>
              <a:t>	while (in == out) </a:t>
            </a:r>
          </a:p>
          <a:p>
            <a:pPr marL="0" indent="0">
              <a:buFont typeface="Monotype Sorts" pitchFamily="-84" charset="2"/>
              <a:buNone/>
            </a:pPr>
            <a:r>
              <a:rPr lang="en-US" altLang="en-US" sz="1600" b="1">
                <a:latin typeface="Courier New" panose="02070309020205020404" pitchFamily="49" charset="0"/>
              </a:rPr>
              <a:t>		; /* do nothing */</a:t>
            </a:r>
            <a:br>
              <a:rPr lang="en-US" altLang="en-US" sz="1600" b="1">
                <a:latin typeface="Courier New" panose="02070309020205020404" pitchFamily="49" charset="0"/>
              </a:rPr>
            </a:br>
            <a:r>
              <a:rPr lang="en-US" altLang="en-US" sz="1600" b="1">
                <a:latin typeface="Courier New" panose="02070309020205020404" pitchFamily="49" charset="0"/>
              </a:rPr>
              <a:t>	next_consumed = buffer[out]; </a:t>
            </a:r>
          </a:p>
          <a:p>
            <a:pPr marL="0" indent="0">
              <a:buFont typeface="Monotype Sorts" pitchFamily="-84" charset="2"/>
              <a:buNone/>
            </a:pPr>
            <a:r>
              <a:rPr lang="en-US" altLang="en-US" sz="1600" b="1">
                <a:latin typeface="Courier New" panose="02070309020205020404" pitchFamily="49" charset="0"/>
              </a:rPr>
              <a:t>	out = (out + 1) % BUFFER_SIZE;</a:t>
            </a:r>
            <a:br>
              <a:rPr lang="en-US" altLang="en-US" sz="1600" b="1">
                <a:latin typeface="Courier New" panose="02070309020205020404" pitchFamily="49" charset="0"/>
              </a:rPr>
            </a:br>
            <a:endParaRPr lang="en-US" altLang="en-US" sz="1600" b="1">
              <a:latin typeface="Courier New" panose="02070309020205020404" pitchFamily="49" charset="0"/>
            </a:endParaRPr>
          </a:p>
          <a:p>
            <a:pPr marL="0" indent="0">
              <a:buFont typeface="Monotype Sorts" pitchFamily="-84" charset="2"/>
              <a:buNone/>
            </a:pPr>
            <a:r>
              <a:rPr lang="en-US" altLang="en-US" sz="1600" b="1">
                <a:latin typeface="Courier New" panose="02070309020205020404" pitchFamily="49" charset="0"/>
              </a:rPr>
              <a:t>	/* consume the item in next consumed */ </a:t>
            </a:r>
          </a:p>
          <a:p>
            <a:pPr marL="0" indent="0">
              <a:buFont typeface="Monotype Sorts" pitchFamily="-84" charset="2"/>
              <a:buNone/>
            </a:pPr>
            <a:r>
              <a:rPr lang="en-US" altLang="en-US" sz="1600" b="1">
                <a:latin typeface="Courier New" panose="02070309020205020404" pitchFamily="49" charset="0"/>
              </a:rPr>
              <a:t>} </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1265" name="Rectangle 4">
            <a:extLst>
              <a:ext uri="{FF2B5EF4-FFF2-40B4-BE49-F238E27FC236}">
                <a16:creationId xmlns:a16="http://schemas.microsoft.com/office/drawing/2014/main" id="{1BEBBC13-DD8A-4F8B-B4E0-C68E29E1B96B}"/>
              </a:ext>
            </a:extLst>
          </p:cNvPr>
          <p:cNvSpPr>
            <a:spLocks noGrp="1" noChangeArrowheads="1"/>
          </p:cNvSpPr>
          <p:nvPr>
            <p:ph type="title"/>
          </p:nvPr>
        </p:nvSpPr>
        <p:spPr>
          <a:xfrm>
            <a:off x="938127" y="215318"/>
            <a:ext cx="7870888" cy="576263"/>
          </a:xfrm>
        </p:spPr>
        <p:txBody>
          <a:bodyPr/>
          <a:lstStyle/>
          <a:p>
            <a:pPr eaLnBrk="1" hangingPunct="1"/>
            <a:r>
              <a:rPr lang="en-US" altLang="en-US" dirty="0"/>
              <a:t>What about Filling all the Buffers?</a:t>
            </a:r>
          </a:p>
        </p:txBody>
      </p:sp>
      <p:sp>
        <p:nvSpPr>
          <p:cNvPr id="11266" name="Rectangle 5">
            <a:extLst>
              <a:ext uri="{FF2B5EF4-FFF2-40B4-BE49-F238E27FC236}">
                <a16:creationId xmlns:a16="http://schemas.microsoft.com/office/drawing/2014/main" id="{368FAB7E-F41C-4FB5-A127-15C3BFC35578}"/>
              </a:ext>
            </a:extLst>
          </p:cNvPr>
          <p:cNvSpPr>
            <a:spLocks noGrp="1" noChangeArrowheads="1"/>
          </p:cNvSpPr>
          <p:nvPr>
            <p:ph type="body" idx="1"/>
          </p:nvPr>
        </p:nvSpPr>
        <p:spPr>
          <a:xfrm>
            <a:off x="838588" y="1144200"/>
            <a:ext cx="7029677" cy="4762529"/>
          </a:xfrm>
        </p:spPr>
        <p:txBody>
          <a:bodyPr/>
          <a:lstStyle/>
          <a:p>
            <a:r>
              <a:rPr lang="en-US" altLang="en-US" dirty="0"/>
              <a:t>Suppose that we wanted to provide a solution to the consumer-producer problem that fills </a:t>
            </a:r>
            <a:r>
              <a:rPr lang="en-US" altLang="en-US" b="1" dirty="0">
                <a:solidFill>
                  <a:srgbClr val="000000"/>
                </a:solidFill>
              </a:rPr>
              <a:t>all</a:t>
            </a:r>
            <a:r>
              <a:rPr lang="en-US" altLang="en-US" dirty="0">
                <a:solidFill>
                  <a:srgbClr val="000000"/>
                </a:solidFill>
              </a:rPr>
              <a:t> </a:t>
            </a:r>
            <a:r>
              <a:rPr lang="en-US" altLang="en-US" dirty="0"/>
              <a:t>the buffers. </a:t>
            </a:r>
          </a:p>
          <a:p>
            <a:r>
              <a:rPr lang="en-US" altLang="en-US" dirty="0"/>
              <a:t>We can do so by having an integer </a:t>
            </a:r>
            <a:r>
              <a:rPr lang="en-US" altLang="en-US" sz="2000" b="1" dirty="0">
                <a:latin typeface="Courier" pitchFamily="-84" charset="0"/>
              </a:rPr>
              <a:t>counter</a:t>
            </a:r>
            <a:r>
              <a:rPr lang="en-US" altLang="en-US" b="1" dirty="0">
                <a:solidFill>
                  <a:srgbClr val="0000FF"/>
                </a:solidFill>
              </a:rPr>
              <a:t> </a:t>
            </a:r>
            <a:r>
              <a:rPr lang="en-US" altLang="en-US" dirty="0"/>
              <a:t>that keeps track of the number of full buffers.  </a:t>
            </a:r>
          </a:p>
          <a:p>
            <a:r>
              <a:rPr lang="en-US" altLang="en-US" dirty="0"/>
              <a:t>Initially, </a:t>
            </a:r>
            <a:r>
              <a:rPr lang="en-US" altLang="en-US" sz="2000" b="1" dirty="0">
                <a:latin typeface="Courier" pitchFamily="-84" charset="0"/>
              </a:rPr>
              <a:t>counter</a:t>
            </a:r>
            <a:r>
              <a:rPr lang="en-US" altLang="en-US" dirty="0">
                <a:latin typeface="Courier" pitchFamily="-84" charset="0"/>
              </a:rPr>
              <a:t> </a:t>
            </a:r>
            <a:r>
              <a:rPr lang="en-US" altLang="en-US" dirty="0"/>
              <a:t>is set to 0. </a:t>
            </a:r>
          </a:p>
          <a:p>
            <a:r>
              <a:rPr lang="en-US" altLang="en-US" dirty="0"/>
              <a:t>The integer </a:t>
            </a:r>
            <a:r>
              <a:rPr lang="en-US" altLang="en-US" sz="2000" b="1" dirty="0">
                <a:latin typeface="Courier" pitchFamily="-84" charset="0"/>
              </a:rPr>
              <a:t>counter</a:t>
            </a:r>
            <a:r>
              <a:rPr lang="en-US" altLang="en-US" dirty="0"/>
              <a:t> is incremented by the producer after it produces a new buffer.</a:t>
            </a:r>
          </a:p>
          <a:p>
            <a:r>
              <a:rPr lang="en-US" altLang="en-US" dirty="0"/>
              <a:t>The integer </a:t>
            </a:r>
            <a:r>
              <a:rPr lang="en-US" altLang="en-US" sz="2000" b="1" dirty="0">
                <a:latin typeface="Courier" pitchFamily="-84" charset="0"/>
              </a:rPr>
              <a:t>counter</a:t>
            </a:r>
            <a:r>
              <a:rPr lang="en-US" altLang="en-US" dirty="0"/>
              <a:t> is and is decremented by the consumer after it consumes a buffer.</a:t>
            </a:r>
          </a:p>
        </p:txBody>
      </p:sp>
    </p:spTree>
    <p:extLst>
      <p:ext uri="{BB962C8B-B14F-4D97-AF65-F5344CB8AC3E}">
        <p14:creationId xmlns:p14="http://schemas.microsoft.com/office/powerpoint/2010/main" val="418925235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3313" name="Rectangle 2">
            <a:extLst>
              <a:ext uri="{FF2B5EF4-FFF2-40B4-BE49-F238E27FC236}">
                <a16:creationId xmlns:a16="http://schemas.microsoft.com/office/drawing/2014/main" id="{6FBA2318-657D-42C6-AB7B-E9BBF4DA22CE}"/>
              </a:ext>
            </a:extLst>
          </p:cNvPr>
          <p:cNvSpPr>
            <a:spLocks noGrp="1" noChangeArrowheads="1"/>
          </p:cNvSpPr>
          <p:nvPr>
            <p:ph type="title"/>
          </p:nvPr>
        </p:nvSpPr>
        <p:spPr>
          <a:xfrm>
            <a:off x="457200" y="215318"/>
            <a:ext cx="8229600" cy="576263"/>
          </a:xfrm>
        </p:spPr>
        <p:txBody>
          <a:bodyPr/>
          <a:lstStyle/>
          <a:p>
            <a:pPr eaLnBrk="1" hangingPunct="1"/>
            <a:r>
              <a:rPr lang="en-US" altLang="en-US" dirty="0"/>
              <a:t>Producer </a:t>
            </a:r>
          </a:p>
        </p:txBody>
      </p:sp>
      <p:sp>
        <p:nvSpPr>
          <p:cNvPr id="13314" name="Rectangle 3">
            <a:extLst>
              <a:ext uri="{FF2B5EF4-FFF2-40B4-BE49-F238E27FC236}">
                <a16:creationId xmlns:a16="http://schemas.microsoft.com/office/drawing/2014/main" id="{32980AD2-3FC6-4309-A775-93AFA5595597}"/>
              </a:ext>
            </a:extLst>
          </p:cNvPr>
          <p:cNvSpPr>
            <a:spLocks noGrp="1" noChangeArrowheads="1"/>
          </p:cNvSpPr>
          <p:nvPr>
            <p:ph type="body" idx="1"/>
          </p:nvPr>
        </p:nvSpPr>
        <p:spPr>
          <a:xfrm>
            <a:off x="914400" y="1258888"/>
            <a:ext cx="6999288" cy="4557712"/>
          </a:xfrm>
        </p:spPr>
        <p:txBody>
          <a:bodyPr/>
          <a:lstStyle/>
          <a:p>
            <a:pPr marL="0" indent="0">
              <a:buFont typeface="Monotype Sorts" pitchFamily="-84" charset="2"/>
              <a:buNone/>
            </a:pPr>
            <a:r>
              <a:rPr lang="en-US" altLang="en-US" sz="1700" dirty="0">
                <a:latin typeface="Courier New" panose="02070309020205020404" pitchFamily="49" charset="0"/>
              </a:rPr>
              <a:t>while (true) {</a:t>
            </a:r>
            <a:br>
              <a:rPr lang="en-US" altLang="en-US" sz="1700" dirty="0">
                <a:latin typeface="Courier New" panose="02070309020205020404" pitchFamily="49" charset="0"/>
              </a:rPr>
            </a:br>
            <a:r>
              <a:rPr lang="en-US" altLang="en-US" sz="1700" dirty="0">
                <a:latin typeface="Courier New" panose="02070309020205020404" pitchFamily="49" charset="0"/>
              </a:rPr>
              <a:t>	/* produce an item in next produced */ </a:t>
            </a:r>
          </a:p>
          <a:p>
            <a:pPr marL="0" indent="0">
              <a:buFont typeface="Monotype Sorts" pitchFamily="-84" charset="2"/>
              <a:buNone/>
            </a:pPr>
            <a:r>
              <a:rPr lang="en-US" altLang="en-US" sz="1700" dirty="0">
                <a:latin typeface="Courier New" panose="02070309020205020404" pitchFamily="49" charset="0"/>
              </a:rPr>
              <a:t>	</a:t>
            </a:r>
          </a:p>
          <a:p>
            <a:pPr marL="0" indent="0">
              <a:buFont typeface="Monotype Sorts" pitchFamily="-84" charset="2"/>
              <a:buNone/>
            </a:pPr>
            <a:r>
              <a:rPr lang="en-US" altLang="en-US" sz="1700" dirty="0">
                <a:latin typeface="Courier New" panose="02070309020205020404" pitchFamily="49" charset="0"/>
              </a:rPr>
              <a:t>	while (counter == BUFFER_SIZE)  </a:t>
            </a:r>
          </a:p>
          <a:p>
            <a:pPr marL="0" indent="0">
              <a:buFont typeface="Monotype Sorts" pitchFamily="-84" charset="2"/>
              <a:buNone/>
            </a:pPr>
            <a:r>
              <a:rPr lang="en-US" altLang="en-US" sz="1700" dirty="0">
                <a:latin typeface="Courier New" panose="02070309020205020404" pitchFamily="49" charset="0"/>
              </a:rPr>
              <a:t>		; /* do nothing */ </a:t>
            </a:r>
          </a:p>
          <a:p>
            <a:pPr marL="0" indent="0">
              <a:buFont typeface="Monotype Sorts" pitchFamily="-84" charset="2"/>
              <a:buNone/>
            </a:pPr>
            <a:r>
              <a:rPr lang="en-US" altLang="en-US" sz="1700" dirty="0">
                <a:latin typeface="Courier New" panose="02070309020205020404" pitchFamily="49" charset="0"/>
              </a:rPr>
              <a:t>	buffer[in] = </a:t>
            </a:r>
            <a:r>
              <a:rPr lang="en-US" altLang="en-US" sz="1700" dirty="0" err="1">
                <a:latin typeface="Courier New" panose="02070309020205020404" pitchFamily="49" charset="0"/>
              </a:rPr>
              <a:t>next_produced</a:t>
            </a:r>
            <a:r>
              <a:rPr lang="en-US" altLang="en-US" sz="1700" dirty="0">
                <a:latin typeface="Courier New" panose="02070309020205020404" pitchFamily="49" charset="0"/>
              </a:rPr>
              <a:t>; </a:t>
            </a:r>
          </a:p>
          <a:p>
            <a:pPr marL="0" indent="0">
              <a:buFont typeface="Monotype Sorts" pitchFamily="-84" charset="2"/>
              <a:buNone/>
            </a:pPr>
            <a:r>
              <a:rPr lang="en-US" altLang="en-US" sz="1700" dirty="0">
                <a:latin typeface="Courier New" panose="02070309020205020404" pitchFamily="49" charset="0"/>
              </a:rPr>
              <a:t>	in = (in + 1) % BUFFER_SIZE; </a:t>
            </a:r>
          </a:p>
          <a:p>
            <a:pPr marL="0" indent="0">
              <a:buFont typeface="Monotype Sorts" pitchFamily="-84" charset="2"/>
              <a:buNone/>
            </a:pPr>
            <a:r>
              <a:rPr lang="en-US" altLang="en-US" sz="1700" dirty="0">
                <a:latin typeface="Courier New" panose="02070309020205020404" pitchFamily="49" charset="0"/>
              </a:rPr>
              <a:t>	counter++; </a:t>
            </a:r>
          </a:p>
          <a:p>
            <a:pPr marL="0" indent="0">
              <a:buFont typeface="Monotype Sorts" pitchFamily="-84" charset="2"/>
              <a:buNone/>
            </a:pPr>
            <a:r>
              <a:rPr lang="en-US" altLang="en-US" sz="1700" dirty="0">
                <a:latin typeface="Courier New" panose="02070309020205020404" pitchFamily="49" charset="0"/>
              </a:rPr>
              <a:t>} </a:t>
            </a:r>
          </a:p>
        </p:txBody>
      </p:sp>
    </p:spTree>
    <p:extLst>
      <p:ext uri="{BB962C8B-B14F-4D97-AF65-F5344CB8AC3E}">
        <p14:creationId xmlns:p14="http://schemas.microsoft.com/office/powerpoint/2010/main" val="419934697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5361" name="Rectangle 2">
            <a:extLst>
              <a:ext uri="{FF2B5EF4-FFF2-40B4-BE49-F238E27FC236}">
                <a16:creationId xmlns:a16="http://schemas.microsoft.com/office/drawing/2014/main" id="{BF7414AA-B215-4A20-88A1-C865671BEA99}"/>
              </a:ext>
            </a:extLst>
          </p:cNvPr>
          <p:cNvSpPr>
            <a:spLocks noGrp="1" noChangeArrowheads="1"/>
          </p:cNvSpPr>
          <p:nvPr>
            <p:ph type="title"/>
          </p:nvPr>
        </p:nvSpPr>
        <p:spPr>
          <a:xfrm>
            <a:off x="487363" y="208192"/>
            <a:ext cx="8229600" cy="576263"/>
          </a:xfrm>
        </p:spPr>
        <p:txBody>
          <a:bodyPr/>
          <a:lstStyle/>
          <a:p>
            <a:pPr eaLnBrk="1" hangingPunct="1"/>
            <a:r>
              <a:rPr lang="en-US" altLang="en-US" dirty="0"/>
              <a:t>Consumer</a:t>
            </a:r>
          </a:p>
        </p:txBody>
      </p:sp>
      <p:sp>
        <p:nvSpPr>
          <p:cNvPr id="15362" name="Rectangle 3">
            <a:extLst>
              <a:ext uri="{FF2B5EF4-FFF2-40B4-BE49-F238E27FC236}">
                <a16:creationId xmlns:a16="http://schemas.microsoft.com/office/drawing/2014/main" id="{F7E5C80C-620B-4BAE-A990-B50235C7DFB9}"/>
              </a:ext>
            </a:extLst>
          </p:cNvPr>
          <p:cNvSpPr>
            <a:spLocks noGrp="1" noChangeArrowheads="1"/>
          </p:cNvSpPr>
          <p:nvPr>
            <p:ph type="body" idx="1"/>
          </p:nvPr>
        </p:nvSpPr>
        <p:spPr>
          <a:xfrm>
            <a:off x="923731" y="1262063"/>
            <a:ext cx="6931219" cy="4860925"/>
          </a:xfrm>
        </p:spPr>
        <p:txBody>
          <a:bodyPr/>
          <a:lstStyle/>
          <a:p>
            <a:pPr marL="0" indent="0">
              <a:buFont typeface="Monotype Sorts" pitchFamily="-84" charset="2"/>
              <a:buNone/>
            </a:pPr>
            <a:r>
              <a:rPr lang="en-US" altLang="en-US" sz="1600" dirty="0">
                <a:latin typeface="Courier New" panose="02070309020205020404" pitchFamily="49" charset="0"/>
              </a:rPr>
              <a:t>while (true) {</a:t>
            </a:r>
          </a:p>
          <a:p>
            <a:pPr marL="0" indent="0">
              <a:buFont typeface="Monotype Sorts" pitchFamily="-84" charset="2"/>
              <a:buNone/>
            </a:pPr>
            <a:r>
              <a:rPr lang="en-US" altLang="en-US" sz="1600" dirty="0">
                <a:latin typeface="Courier New" panose="02070309020205020404" pitchFamily="49" charset="0"/>
              </a:rPr>
              <a:t>	while (counter == 0) </a:t>
            </a:r>
          </a:p>
          <a:p>
            <a:pPr marL="0" indent="0">
              <a:buFont typeface="Monotype Sorts" pitchFamily="-84" charset="2"/>
              <a:buNone/>
            </a:pPr>
            <a:r>
              <a:rPr lang="en-US" altLang="en-US" sz="1600" dirty="0">
                <a:latin typeface="Courier New" panose="02070309020205020404" pitchFamily="49" charset="0"/>
              </a:rPr>
              <a:t>		; /* do nothing */ </a:t>
            </a:r>
          </a:p>
          <a:p>
            <a:pPr marL="0" indent="0">
              <a:buFont typeface="Monotype Sorts" pitchFamily="-84" charset="2"/>
              <a:buNone/>
            </a:pPr>
            <a:r>
              <a:rPr lang="en-US" altLang="en-US" sz="1600" dirty="0">
                <a:latin typeface="Courier New" panose="02070309020205020404" pitchFamily="49" charset="0"/>
              </a:rPr>
              <a:t>	</a:t>
            </a:r>
            <a:r>
              <a:rPr lang="en-US" altLang="en-US" sz="1600" dirty="0" err="1">
                <a:latin typeface="Courier New" panose="02070309020205020404" pitchFamily="49" charset="0"/>
              </a:rPr>
              <a:t>next_consumed</a:t>
            </a:r>
            <a:r>
              <a:rPr lang="en-US" altLang="en-US" sz="1600" dirty="0">
                <a:latin typeface="Courier New" panose="02070309020205020404" pitchFamily="49" charset="0"/>
              </a:rPr>
              <a:t> = buffer[out]; </a:t>
            </a:r>
          </a:p>
          <a:p>
            <a:pPr marL="0" indent="0">
              <a:buFont typeface="Monotype Sorts" pitchFamily="-84" charset="2"/>
              <a:buNone/>
            </a:pPr>
            <a:r>
              <a:rPr lang="en-US" altLang="en-US" sz="1600" dirty="0">
                <a:latin typeface="Courier New" panose="02070309020205020404" pitchFamily="49" charset="0"/>
              </a:rPr>
              <a:t>	out = (out + 1) % BUFFER_SIZE; 	</a:t>
            </a:r>
          </a:p>
          <a:p>
            <a:pPr marL="0" indent="0">
              <a:buFont typeface="Monotype Sorts" pitchFamily="-84" charset="2"/>
              <a:buNone/>
            </a:pPr>
            <a:r>
              <a:rPr lang="en-US" altLang="en-US" sz="1600" dirty="0">
                <a:latin typeface="Courier New" panose="02070309020205020404" pitchFamily="49" charset="0"/>
              </a:rPr>
              <a:t>        counter--; </a:t>
            </a:r>
          </a:p>
          <a:p>
            <a:pPr marL="0" indent="0">
              <a:buFont typeface="Monotype Sorts" pitchFamily="-84" charset="2"/>
              <a:buNone/>
            </a:pPr>
            <a:r>
              <a:rPr lang="en-US" altLang="en-US" sz="1600" dirty="0">
                <a:latin typeface="Courier New" panose="02070309020205020404" pitchFamily="49" charset="0"/>
              </a:rPr>
              <a:t>	/* consume the item in next consumed */ </a:t>
            </a:r>
          </a:p>
          <a:p>
            <a:pPr marL="0" indent="0">
              <a:buFont typeface="Monotype Sorts" pitchFamily="-84" charset="2"/>
              <a:buNone/>
            </a:pPr>
            <a:r>
              <a:rPr lang="en-US" altLang="en-US" sz="1600" dirty="0">
                <a:latin typeface="Courier New" panose="02070309020205020404" pitchFamily="49" charset="0"/>
              </a:rPr>
              <a:t>} </a:t>
            </a:r>
          </a:p>
        </p:txBody>
      </p:sp>
    </p:spTree>
    <p:extLst>
      <p:ext uri="{BB962C8B-B14F-4D97-AF65-F5344CB8AC3E}">
        <p14:creationId xmlns:p14="http://schemas.microsoft.com/office/powerpoint/2010/main" val="211193665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7409" name="Rectangle 1026">
            <a:extLst>
              <a:ext uri="{FF2B5EF4-FFF2-40B4-BE49-F238E27FC236}">
                <a16:creationId xmlns:a16="http://schemas.microsoft.com/office/drawing/2014/main" id="{8C101D6F-C0EC-4766-8D52-60E1DFA5593C}"/>
              </a:ext>
            </a:extLst>
          </p:cNvPr>
          <p:cNvSpPr>
            <a:spLocks noGrp="1" noChangeArrowheads="1"/>
          </p:cNvSpPr>
          <p:nvPr>
            <p:ph type="title"/>
          </p:nvPr>
        </p:nvSpPr>
        <p:spPr>
          <a:xfrm>
            <a:off x="457200" y="225267"/>
            <a:ext cx="8229600" cy="576262"/>
          </a:xfrm>
        </p:spPr>
        <p:txBody>
          <a:bodyPr/>
          <a:lstStyle/>
          <a:p>
            <a:pPr eaLnBrk="1" hangingPunct="1"/>
            <a:r>
              <a:rPr lang="en-US" altLang="en-US" dirty="0"/>
              <a:t>Race Condition</a:t>
            </a:r>
          </a:p>
        </p:txBody>
      </p:sp>
      <p:sp>
        <p:nvSpPr>
          <p:cNvPr id="17410" name="Rectangle 1027">
            <a:extLst>
              <a:ext uri="{FF2B5EF4-FFF2-40B4-BE49-F238E27FC236}">
                <a16:creationId xmlns:a16="http://schemas.microsoft.com/office/drawing/2014/main" id="{338D3C38-85C1-4063-A149-971FC47DCC1F}"/>
              </a:ext>
            </a:extLst>
          </p:cNvPr>
          <p:cNvSpPr>
            <a:spLocks noGrp="1" noChangeArrowheads="1"/>
          </p:cNvSpPr>
          <p:nvPr>
            <p:ph idx="1"/>
          </p:nvPr>
        </p:nvSpPr>
        <p:spPr>
          <a:xfrm>
            <a:off x="805640" y="1177925"/>
            <a:ext cx="7685216" cy="5173663"/>
          </a:xfrm>
        </p:spPr>
        <p:txBody>
          <a:bodyPr/>
          <a:lstStyle/>
          <a:p>
            <a:pPr>
              <a:lnSpc>
                <a:spcPct val="90000"/>
              </a:lnSpc>
            </a:pPr>
            <a:r>
              <a:rPr lang="en-US" altLang="en-US" b="1" dirty="0">
                <a:solidFill>
                  <a:srgbClr val="000000"/>
                </a:solidFill>
                <a:latin typeface="Courier New" panose="02070309020205020404" pitchFamily="49" charset="0"/>
              </a:rPr>
              <a:t>counter++ </a:t>
            </a:r>
            <a:r>
              <a:rPr lang="en-US" altLang="en-US" sz="1600" dirty="0"/>
              <a:t>could be implemented as</a:t>
            </a:r>
            <a:br>
              <a:rPr lang="en-US" altLang="en-US" sz="1600" dirty="0"/>
            </a:br>
            <a:br>
              <a:rPr lang="en-US" altLang="en-US" sz="1600" dirty="0"/>
            </a:br>
            <a:r>
              <a:rPr lang="en-US" altLang="en-US" sz="1600" b="1" dirty="0">
                <a:latin typeface="Courier New" panose="02070309020205020404" pitchFamily="49" charset="0"/>
              </a:rPr>
              <a:t>     </a:t>
            </a:r>
            <a:r>
              <a:rPr lang="en-US" altLang="en-US" sz="1600" b="1" dirty="0">
                <a:solidFill>
                  <a:srgbClr val="0000FF"/>
                </a:solidFill>
                <a:latin typeface="Courier New" panose="02070309020205020404" pitchFamily="49" charset="0"/>
              </a:rPr>
              <a:t>register1 = counter</a:t>
            </a:r>
            <a:br>
              <a:rPr lang="en-US" altLang="en-US" sz="1600" b="1" dirty="0">
                <a:solidFill>
                  <a:srgbClr val="0000FF"/>
                </a:solidFill>
                <a:latin typeface="Courier New" panose="02070309020205020404" pitchFamily="49" charset="0"/>
              </a:rPr>
            </a:br>
            <a:r>
              <a:rPr lang="en-US" altLang="en-US" sz="1600" b="1" dirty="0">
                <a:solidFill>
                  <a:srgbClr val="0000FF"/>
                </a:solidFill>
                <a:latin typeface="Courier New" panose="02070309020205020404" pitchFamily="49" charset="0"/>
              </a:rPr>
              <a:t>     register1 = register1 + 1</a:t>
            </a:r>
            <a:br>
              <a:rPr lang="en-US" altLang="en-US" sz="1600" b="1" dirty="0">
                <a:solidFill>
                  <a:srgbClr val="0000FF"/>
                </a:solidFill>
                <a:latin typeface="Courier New" panose="02070309020205020404" pitchFamily="49" charset="0"/>
              </a:rPr>
            </a:br>
            <a:r>
              <a:rPr lang="en-US" altLang="en-US" sz="1600" b="1" dirty="0">
                <a:solidFill>
                  <a:srgbClr val="0000FF"/>
                </a:solidFill>
                <a:latin typeface="Courier New" panose="02070309020205020404" pitchFamily="49" charset="0"/>
              </a:rPr>
              <a:t>     counter = register1</a:t>
            </a:r>
            <a:endParaRPr lang="en-US" altLang="en-US" sz="800" dirty="0">
              <a:solidFill>
                <a:srgbClr val="0000FF"/>
              </a:solidFill>
            </a:endParaRPr>
          </a:p>
          <a:p>
            <a:pPr>
              <a:lnSpc>
                <a:spcPct val="90000"/>
              </a:lnSpc>
            </a:pPr>
            <a:r>
              <a:rPr lang="en-US" altLang="en-US" b="1" dirty="0">
                <a:solidFill>
                  <a:srgbClr val="000000"/>
                </a:solidFill>
                <a:latin typeface="Courier New" panose="02070309020205020404" pitchFamily="49" charset="0"/>
              </a:rPr>
              <a:t>counter--</a:t>
            </a:r>
            <a:r>
              <a:rPr lang="en-US" altLang="en-US" sz="1600" b="1" dirty="0">
                <a:solidFill>
                  <a:schemeClr val="tx2"/>
                </a:solidFill>
                <a:latin typeface="Courier New" panose="02070309020205020404" pitchFamily="49" charset="0"/>
              </a:rPr>
              <a:t> </a:t>
            </a:r>
            <a:r>
              <a:rPr lang="en-US" altLang="en-US" sz="1600" dirty="0"/>
              <a:t>could be implemented as</a:t>
            </a:r>
            <a:br>
              <a:rPr lang="en-US" altLang="en-US" sz="1600" dirty="0"/>
            </a:br>
            <a:br>
              <a:rPr lang="en-US" altLang="en-US" sz="1600" dirty="0"/>
            </a:br>
            <a:r>
              <a:rPr lang="en-US" altLang="en-US" sz="1600" b="1" dirty="0">
                <a:latin typeface="Courier New" panose="02070309020205020404" pitchFamily="49" charset="0"/>
              </a:rPr>
              <a:t>     </a:t>
            </a:r>
            <a:r>
              <a:rPr lang="en-US" altLang="en-US" sz="1600" b="1" dirty="0">
                <a:solidFill>
                  <a:schemeClr val="tx2"/>
                </a:solidFill>
                <a:latin typeface="Courier New" panose="02070309020205020404" pitchFamily="49" charset="0"/>
              </a:rPr>
              <a:t>register2 = counter</a:t>
            </a:r>
            <a:br>
              <a:rPr lang="en-US" altLang="en-US" sz="1600" b="1" dirty="0">
                <a:solidFill>
                  <a:schemeClr val="tx2"/>
                </a:solidFill>
                <a:latin typeface="Courier New" panose="02070309020205020404" pitchFamily="49" charset="0"/>
              </a:rPr>
            </a:br>
            <a:r>
              <a:rPr lang="en-US" altLang="en-US" sz="1600" b="1" dirty="0">
                <a:solidFill>
                  <a:schemeClr val="tx2"/>
                </a:solidFill>
                <a:latin typeface="Courier New" panose="02070309020205020404" pitchFamily="49" charset="0"/>
              </a:rPr>
              <a:t>     register2 = register2 - 1</a:t>
            </a:r>
            <a:br>
              <a:rPr lang="en-US" altLang="en-US" sz="1600" b="1" dirty="0">
                <a:solidFill>
                  <a:schemeClr val="tx2"/>
                </a:solidFill>
                <a:latin typeface="Courier New" panose="02070309020205020404" pitchFamily="49" charset="0"/>
              </a:rPr>
            </a:br>
            <a:r>
              <a:rPr lang="en-US" altLang="en-US" sz="1600" b="1" dirty="0">
                <a:solidFill>
                  <a:schemeClr val="tx2"/>
                </a:solidFill>
                <a:latin typeface="Courier New" panose="02070309020205020404" pitchFamily="49" charset="0"/>
              </a:rPr>
              <a:t>     counter = register2</a:t>
            </a:r>
          </a:p>
          <a:p>
            <a:pPr>
              <a:lnSpc>
                <a:spcPct val="90000"/>
              </a:lnSpc>
              <a:buFont typeface="Monotype Sorts" pitchFamily="-84" charset="2"/>
              <a:buNone/>
            </a:pPr>
            <a:endParaRPr lang="en-US" altLang="en-US" sz="800" dirty="0">
              <a:solidFill>
                <a:schemeClr val="tx2"/>
              </a:solidFill>
            </a:endParaRPr>
          </a:p>
          <a:p>
            <a:pPr>
              <a:lnSpc>
                <a:spcPct val="90000"/>
              </a:lnSpc>
            </a:pPr>
            <a:r>
              <a:rPr lang="en-US" altLang="en-US" sz="1600" dirty="0"/>
              <a:t>Consider this execution interleaving with </a:t>
            </a:r>
            <a:r>
              <a:rPr lang="ja-JP" altLang="en-US" sz="1600" dirty="0"/>
              <a:t>“</a:t>
            </a:r>
            <a:r>
              <a:rPr lang="en-US" altLang="ja-JP" sz="1600" dirty="0"/>
              <a:t>count = 5</a:t>
            </a:r>
            <a:r>
              <a:rPr lang="ja-JP" altLang="en-US" sz="1600" dirty="0"/>
              <a:t>”</a:t>
            </a:r>
            <a:r>
              <a:rPr lang="en-US" altLang="ja-JP" sz="1600" dirty="0"/>
              <a:t> initially:</a:t>
            </a:r>
          </a:p>
          <a:p>
            <a:pPr lvl="1">
              <a:lnSpc>
                <a:spcPct val="90000"/>
              </a:lnSpc>
              <a:buFont typeface="Monotype Sorts" pitchFamily="-84" charset="2"/>
              <a:buNone/>
            </a:pPr>
            <a:r>
              <a:rPr lang="en-US" altLang="en-US" sz="1600" dirty="0"/>
              <a:t>	S0: producer execute </a:t>
            </a:r>
            <a:r>
              <a:rPr lang="en-US" altLang="en-US" sz="1600" b="1" dirty="0">
                <a:solidFill>
                  <a:srgbClr val="0000FF"/>
                </a:solidFill>
                <a:latin typeface="Courier New" panose="02070309020205020404" pitchFamily="49" charset="0"/>
              </a:rPr>
              <a:t>register1 = counter</a:t>
            </a:r>
            <a:r>
              <a:rPr lang="en-US" altLang="en-US" sz="1600" b="1" dirty="0">
                <a:latin typeface="Courier New" panose="02070309020205020404" pitchFamily="49" charset="0"/>
              </a:rPr>
              <a:t>         </a:t>
            </a:r>
            <a:r>
              <a:rPr lang="en-US" altLang="en-US" sz="1600" dirty="0"/>
              <a:t>{register1 = 5}</a:t>
            </a:r>
            <a:br>
              <a:rPr lang="en-US" altLang="en-US" sz="1600" dirty="0"/>
            </a:br>
            <a:r>
              <a:rPr lang="en-US" altLang="en-US" sz="1600" dirty="0"/>
              <a:t>S1: producer execute </a:t>
            </a:r>
            <a:r>
              <a:rPr lang="en-US" altLang="en-US" sz="1600" b="1" dirty="0">
                <a:solidFill>
                  <a:srgbClr val="0000FF"/>
                </a:solidFill>
                <a:latin typeface="Courier New" panose="02070309020205020404" pitchFamily="49" charset="0"/>
              </a:rPr>
              <a:t>register1 = register1 + 1   </a:t>
            </a:r>
            <a:r>
              <a:rPr lang="en-US" altLang="en-US" sz="1600" dirty="0"/>
              <a:t>{register1 = 6} </a:t>
            </a:r>
            <a:br>
              <a:rPr lang="en-US" altLang="en-US" sz="1600" dirty="0"/>
            </a:br>
            <a:r>
              <a:rPr lang="en-US" altLang="en-US" sz="1600" dirty="0"/>
              <a:t>S2: consumer execute </a:t>
            </a:r>
            <a:r>
              <a:rPr lang="en-US" altLang="en-US" sz="1600" b="1" dirty="0">
                <a:solidFill>
                  <a:schemeClr val="tx2"/>
                </a:solidFill>
                <a:latin typeface="Courier New" panose="02070309020205020404" pitchFamily="49" charset="0"/>
              </a:rPr>
              <a:t>register2 = counter</a:t>
            </a:r>
            <a:r>
              <a:rPr lang="en-US" altLang="en-US" sz="1600" b="1" dirty="0">
                <a:latin typeface="Courier New" panose="02070309020205020404" pitchFamily="49" charset="0"/>
              </a:rPr>
              <a:t>        </a:t>
            </a:r>
            <a:r>
              <a:rPr lang="en-US" altLang="en-US" sz="1600" dirty="0"/>
              <a:t>{register2 = 5} </a:t>
            </a:r>
            <a:br>
              <a:rPr lang="en-US" altLang="en-US" sz="1600" dirty="0"/>
            </a:br>
            <a:r>
              <a:rPr lang="en-US" altLang="en-US" sz="1600" dirty="0"/>
              <a:t>S3: consumer execute </a:t>
            </a:r>
            <a:r>
              <a:rPr lang="en-US" altLang="en-US" sz="1600" b="1" dirty="0">
                <a:solidFill>
                  <a:schemeClr val="tx2"/>
                </a:solidFill>
                <a:latin typeface="Courier New" panose="02070309020205020404" pitchFamily="49" charset="0"/>
              </a:rPr>
              <a:t>register2 = register2 – 1  </a:t>
            </a:r>
            <a:r>
              <a:rPr lang="en-US" altLang="en-US" sz="1600" dirty="0"/>
              <a:t>{register2 = 4} </a:t>
            </a:r>
            <a:br>
              <a:rPr lang="en-US" altLang="en-US" sz="1600" dirty="0"/>
            </a:br>
            <a:r>
              <a:rPr lang="en-US" altLang="en-US" sz="1600" dirty="0"/>
              <a:t>S4: producer execute </a:t>
            </a:r>
            <a:r>
              <a:rPr lang="en-US" altLang="en-US" sz="1600" b="1" dirty="0">
                <a:solidFill>
                  <a:srgbClr val="0000FF"/>
                </a:solidFill>
                <a:latin typeface="Courier New" panose="02070309020205020404" pitchFamily="49" charset="0"/>
              </a:rPr>
              <a:t>counter = register1         </a:t>
            </a:r>
            <a:r>
              <a:rPr lang="en-US" altLang="en-US" sz="1600" dirty="0"/>
              <a:t>{counter = 6 } </a:t>
            </a:r>
            <a:br>
              <a:rPr lang="en-US" altLang="en-US" sz="1600" dirty="0"/>
            </a:br>
            <a:r>
              <a:rPr lang="en-US" altLang="en-US" sz="1600" dirty="0"/>
              <a:t>S5: consumer execute </a:t>
            </a:r>
            <a:r>
              <a:rPr lang="en-US" altLang="en-US" sz="1600" b="1" dirty="0">
                <a:solidFill>
                  <a:schemeClr val="tx2"/>
                </a:solidFill>
                <a:latin typeface="Courier New" panose="02070309020205020404" pitchFamily="49" charset="0"/>
              </a:rPr>
              <a:t>counter = register2        </a:t>
            </a:r>
            <a:r>
              <a:rPr lang="en-US" altLang="en-US" sz="1600" dirty="0"/>
              <a:t>{counter = 4}</a:t>
            </a:r>
          </a:p>
          <a:p>
            <a:pPr lvl="1">
              <a:lnSpc>
                <a:spcPct val="90000"/>
              </a:lnSpc>
              <a:buFont typeface="Monotype Sorts" pitchFamily="-84" charset="2"/>
              <a:buNone/>
            </a:pPr>
            <a:endParaRPr lang="en-US" altLang="en-US" dirty="0"/>
          </a:p>
        </p:txBody>
      </p:sp>
    </p:spTree>
    <p:extLst>
      <p:ext uri="{BB962C8B-B14F-4D97-AF65-F5344CB8AC3E}">
        <p14:creationId xmlns:p14="http://schemas.microsoft.com/office/powerpoint/2010/main" val="296410582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7409" name="Rectangle 1026">
            <a:extLst>
              <a:ext uri="{FF2B5EF4-FFF2-40B4-BE49-F238E27FC236}">
                <a16:creationId xmlns:a16="http://schemas.microsoft.com/office/drawing/2014/main" id="{8C101D6F-C0EC-4766-8D52-60E1DFA5593C}"/>
              </a:ext>
            </a:extLst>
          </p:cNvPr>
          <p:cNvSpPr>
            <a:spLocks noGrp="1" noChangeArrowheads="1"/>
          </p:cNvSpPr>
          <p:nvPr>
            <p:ph type="title"/>
          </p:nvPr>
        </p:nvSpPr>
        <p:spPr>
          <a:xfrm>
            <a:off x="457200" y="225267"/>
            <a:ext cx="8229600" cy="576262"/>
          </a:xfrm>
        </p:spPr>
        <p:txBody>
          <a:bodyPr/>
          <a:lstStyle/>
          <a:p>
            <a:pPr eaLnBrk="1" hangingPunct="1"/>
            <a:r>
              <a:rPr lang="en-US" altLang="en-US" dirty="0"/>
              <a:t>Race Condition (Cont.)</a:t>
            </a:r>
          </a:p>
        </p:txBody>
      </p:sp>
      <p:sp>
        <p:nvSpPr>
          <p:cNvPr id="17410" name="Rectangle 1027">
            <a:extLst>
              <a:ext uri="{FF2B5EF4-FFF2-40B4-BE49-F238E27FC236}">
                <a16:creationId xmlns:a16="http://schemas.microsoft.com/office/drawing/2014/main" id="{338D3C38-85C1-4063-A149-971FC47DCC1F}"/>
              </a:ext>
            </a:extLst>
          </p:cNvPr>
          <p:cNvSpPr>
            <a:spLocks noGrp="1" noChangeArrowheads="1"/>
          </p:cNvSpPr>
          <p:nvPr>
            <p:ph idx="1"/>
          </p:nvPr>
        </p:nvSpPr>
        <p:spPr>
          <a:xfrm>
            <a:off x="805640" y="1177925"/>
            <a:ext cx="6550503" cy="4745203"/>
          </a:xfrm>
        </p:spPr>
        <p:txBody>
          <a:bodyPr/>
          <a:lstStyle/>
          <a:p>
            <a:pPr>
              <a:lnSpc>
                <a:spcPct val="90000"/>
              </a:lnSpc>
            </a:pPr>
            <a:r>
              <a:rPr lang="en-US" altLang="en-US" b="1" dirty="0">
                <a:solidFill>
                  <a:srgbClr val="000000"/>
                </a:solidFill>
                <a:latin typeface="Courier New" panose="02070309020205020404" pitchFamily="49" charset="0"/>
              </a:rPr>
              <a:t>Question – why was there no race condition in the first solution (where at most N – 1) buffers can be filled?</a:t>
            </a:r>
          </a:p>
          <a:p>
            <a:pPr>
              <a:lnSpc>
                <a:spcPct val="90000"/>
              </a:lnSpc>
            </a:pPr>
            <a:r>
              <a:rPr lang="en-US" altLang="en-US" b="1" dirty="0">
                <a:solidFill>
                  <a:srgbClr val="000000"/>
                </a:solidFill>
                <a:latin typeface="Courier New" panose="02070309020205020404" pitchFamily="49" charset="0"/>
              </a:rPr>
              <a:t>More in Chapter 6.</a:t>
            </a:r>
          </a:p>
        </p:txBody>
      </p:sp>
    </p:spTree>
    <p:extLst>
      <p:ext uri="{BB962C8B-B14F-4D97-AF65-F5344CB8AC3E}">
        <p14:creationId xmlns:p14="http://schemas.microsoft.com/office/powerpoint/2010/main" val="223929244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a:extLst>
              <a:ext uri="{FF2B5EF4-FFF2-40B4-BE49-F238E27FC236}">
                <a16:creationId xmlns:a16="http://schemas.microsoft.com/office/drawing/2014/main" id="{6F3F2B4A-DE70-43EF-BB61-6A78698FE935}"/>
              </a:ext>
            </a:extLst>
          </p:cNvPr>
          <p:cNvSpPr>
            <a:spLocks noGrp="1" noChangeArrowheads="1"/>
          </p:cNvSpPr>
          <p:nvPr>
            <p:ph type="title"/>
          </p:nvPr>
        </p:nvSpPr>
        <p:spPr>
          <a:xfrm>
            <a:off x="1258222" y="133932"/>
            <a:ext cx="7996237" cy="576262"/>
          </a:xfrm>
        </p:spPr>
        <p:txBody>
          <a:bodyPr/>
          <a:lstStyle/>
          <a:p>
            <a:pPr eaLnBrk="1" hangingPunct="1"/>
            <a:r>
              <a:rPr lang="en-US" altLang="en-US" dirty="0"/>
              <a:t>IPC – Message Passing</a:t>
            </a:r>
          </a:p>
        </p:txBody>
      </p:sp>
      <p:sp>
        <p:nvSpPr>
          <p:cNvPr id="75779" name="Rectangle 3">
            <a:extLst>
              <a:ext uri="{FF2B5EF4-FFF2-40B4-BE49-F238E27FC236}">
                <a16:creationId xmlns:a16="http://schemas.microsoft.com/office/drawing/2014/main" id="{70AECD7B-E784-4C8C-8677-1B9EFF1929B0}"/>
              </a:ext>
            </a:extLst>
          </p:cNvPr>
          <p:cNvSpPr>
            <a:spLocks noGrp="1" noChangeArrowheads="1"/>
          </p:cNvSpPr>
          <p:nvPr>
            <p:ph type="body" idx="1"/>
          </p:nvPr>
        </p:nvSpPr>
        <p:spPr>
          <a:xfrm>
            <a:off x="885825" y="1201738"/>
            <a:ext cx="6236870" cy="4380915"/>
          </a:xfrm>
        </p:spPr>
        <p:txBody>
          <a:bodyPr/>
          <a:lstStyle/>
          <a:p>
            <a:pPr>
              <a:lnSpc>
                <a:spcPct val="90000"/>
              </a:lnSpc>
            </a:pPr>
            <a:r>
              <a:rPr lang="en-US" altLang="en-US" dirty="0"/>
              <a:t>Processes communicate with each other without resorting to shared variables</a:t>
            </a:r>
          </a:p>
          <a:p>
            <a:pPr>
              <a:lnSpc>
                <a:spcPct val="90000"/>
              </a:lnSpc>
            </a:pPr>
            <a:endParaRPr lang="en-US" altLang="en-US" sz="800" dirty="0"/>
          </a:p>
          <a:p>
            <a:pPr>
              <a:lnSpc>
                <a:spcPct val="90000"/>
              </a:lnSpc>
            </a:pPr>
            <a:r>
              <a:rPr lang="en-US" altLang="en-US" dirty="0"/>
              <a:t>IPC facility provides two operations:</a:t>
            </a:r>
          </a:p>
          <a:p>
            <a:pPr lvl="1">
              <a:lnSpc>
                <a:spcPct val="90000"/>
              </a:lnSpc>
            </a:pPr>
            <a:r>
              <a:rPr lang="en-US" altLang="en-US" b="1" dirty="0">
                <a:latin typeface="Courier New" panose="02070309020205020404" pitchFamily="49" charset="0"/>
              </a:rPr>
              <a:t>send</a:t>
            </a:r>
            <a:r>
              <a:rPr lang="en-US" altLang="en-US" dirty="0"/>
              <a:t>(</a:t>
            </a:r>
            <a:r>
              <a:rPr lang="en-US" altLang="en-US" i="1" dirty="0"/>
              <a:t>message</a:t>
            </a:r>
            <a:r>
              <a:rPr lang="en-US" altLang="en-US" dirty="0"/>
              <a:t>)</a:t>
            </a:r>
          </a:p>
          <a:p>
            <a:pPr lvl="1">
              <a:lnSpc>
                <a:spcPct val="90000"/>
              </a:lnSpc>
            </a:pPr>
            <a:r>
              <a:rPr lang="en-US" altLang="en-US" b="1" dirty="0">
                <a:latin typeface="Courier New" panose="02070309020205020404" pitchFamily="49" charset="0"/>
              </a:rPr>
              <a:t>receive</a:t>
            </a:r>
            <a:r>
              <a:rPr lang="en-US" altLang="en-US" dirty="0"/>
              <a:t>(</a:t>
            </a:r>
            <a:r>
              <a:rPr lang="en-US" altLang="en-US" i="1" dirty="0"/>
              <a:t>message</a:t>
            </a:r>
            <a:r>
              <a:rPr lang="en-US" altLang="en-US" dirty="0"/>
              <a:t>)</a:t>
            </a:r>
          </a:p>
          <a:p>
            <a:pPr lvl="1">
              <a:lnSpc>
                <a:spcPct val="90000"/>
              </a:lnSpc>
              <a:buFont typeface="Monotype Sorts" pitchFamily="-84" charset="2"/>
              <a:buNone/>
            </a:pPr>
            <a:endParaRPr lang="en-US" altLang="en-US" sz="800" dirty="0"/>
          </a:p>
          <a:p>
            <a:pPr>
              <a:lnSpc>
                <a:spcPct val="90000"/>
              </a:lnSpc>
            </a:pPr>
            <a:r>
              <a:rPr lang="en-US" altLang="en-US" dirty="0"/>
              <a:t>The</a:t>
            </a:r>
            <a:r>
              <a:rPr lang="en-US" altLang="en-US" i="1" dirty="0"/>
              <a:t> message</a:t>
            </a:r>
            <a:r>
              <a:rPr lang="en-US" altLang="en-US" dirty="0"/>
              <a:t> size is either fixed or variable</a:t>
            </a:r>
          </a:p>
          <a:p>
            <a:pPr lvl="1">
              <a:lnSpc>
                <a:spcPct val="90000"/>
              </a:lnSpc>
              <a:buFont typeface="Monotype Sorts" pitchFamily="-84" charset="2"/>
              <a:buNone/>
            </a:pPr>
            <a:endParaRPr lang="en-US" alt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a:extLst>
              <a:ext uri="{FF2B5EF4-FFF2-40B4-BE49-F238E27FC236}">
                <a16:creationId xmlns:a16="http://schemas.microsoft.com/office/drawing/2014/main" id="{B833C5ED-B4D0-4EF0-A04C-582581174B0B}"/>
              </a:ext>
            </a:extLst>
          </p:cNvPr>
          <p:cNvSpPr>
            <a:spLocks noGrp="1" noChangeArrowheads="1"/>
          </p:cNvSpPr>
          <p:nvPr>
            <p:ph type="title"/>
          </p:nvPr>
        </p:nvSpPr>
        <p:spPr>
          <a:xfrm>
            <a:off x="1006475" y="220663"/>
            <a:ext cx="7997825" cy="576262"/>
          </a:xfrm>
        </p:spPr>
        <p:txBody>
          <a:bodyPr/>
          <a:lstStyle/>
          <a:p>
            <a:pPr eaLnBrk="1" hangingPunct="1"/>
            <a:r>
              <a:rPr lang="en-US" altLang="en-US" dirty="0"/>
              <a:t>Message Passing (Cont.)</a:t>
            </a:r>
          </a:p>
        </p:txBody>
      </p:sp>
      <p:sp>
        <p:nvSpPr>
          <p:cNvPr id="77827" name="Rectangle 3">
            <a:extLst>
              <a:ext uri="{FF2B5EF4-FFF2-40B4-BE49-F238E27FC236}">
                <a16:creationId xmlns:a16="http://schemas.microsoft.com/office/drawing/2014/main" id="{BA6A6236-9FD7-4CF5-AFB2-3C81D1F5DE97}"/>
              </a:ext>
            </a:extLst>
          </p:cNvPr>
          <p:cNvSpPr>
            <a:spLocks noGrp="1" noChangeArrowheads="1"/>
          </p:cNvSpPr>
          <p:nvPr>
            <p:ph type="body" idx="1"/>
          </p:nvPr>
        </p:nvSpPr>
        <p:spPr>
          <a:xfrm>
            <a:off x="901700" y="1016001"/>
            <a:ext cx="7003047" cy="4674936"/>
          </a:xfrm>
        </p:spPr>
        <p:txBody>
          <a:bodyPr/>
          <a:lstStyle/>
          <a:p>
            <a:pPr lvl="1">
              <a:lnSpc>
                <a:spcPct val="90000"/>
              </a:lnSpc>
            </a:pPr>
            <a:endParaRPr lang="en-US" altLang="en-US" sz="800" dirty="0"/>
          </a:p>
          <a:p>
            <a:pPr>
              <a:lnSpc>
                <a:spcPct val="90000"/>
              </a:lnSpc>
            </a:pPr>
            <a:r>
              <a:rPr lang="en-US" altLang="en-US" dirty="0"/>
              <a:t>If processes </a:t>
            </a:r>
            <a:r>
              <a:rPr lang="en-US" altLang="en-US" i="1" dirty="0"/>
              <a:t>P</a:t>
            </a:r>
            <a:r>
              <a:rPr lang="en-US" altLang="en-US" dirty="0"/>
              <a:t> and </a:t>
            </a:r>
            <a:r>
              <a:rPr lang="en-US" altLang="en-US" i="1" dirty="0"/>
              <a:t>Q</a:t>
            </a:r>
            <a:r>
              <a:rPr lang="en-US" altLang="en-US" dirty="0"/>
              <a:t> wish to communicate, they need to:</a:t>
            </a:r>
          </a:p>
          <a:p>
            <a:pPr lvl="1">
              <a:lnSpc>
                <a:spcPct val="90000"/>
              </a:lnSpc>
            </a:pPr>
            <a:r>
              <a:rPr lang="en-US" altLang="en-US" dirty="0"/>
              <a:t>Establish a </a:t>
            </a:r>
            <a:r>
              <a:rPr lang="en-US" altLang="en-US" b="1" i="1" dirty="0"/>
              <a:t>communication</a:t>
            </a:r>
            <a:r>
              <a:rPr lang="en-US" altLang="en-US" b="1" dirty="0"/>
              <a:t> </a:t>
            </a:r>
            <a:r>
              <a:rPr lang="en-US" altLang="en-US" b="1" i="1" dirty="0"/>
              <a:t>link</a:t>
            </a:r>
            <a:r>
              <a:rPr lang="en-US" altLang="en-US" b="1" dirty="0"/>
              <a:t> </a:t>
            </a:r>
            <a:r>
              <a:rPr lang="en-US" altLang="en-US" dirty="0"/>
              <a:t>between them</a:t>
            </a:r>
          </a:p>
          <a:p>
            <a:pPr lvl="1">
              <a:lnSpc>
                <a:spcPct val="90000"/>
              </a:lnSpc>
            </a:pPr>
            <a:r>
              <a:rPr lang="en-US" altLang="en-US" dirty="0"/>
              <a:t>Exchange messages via send/receive</a:t>
            </a:r>
          </a:p>
          <a:p>
            <a:pPr>
              <a:lnSpc>
                <a:spcPct val="90000"/>
              </a:lnSpc>
            </a:pPr>
            <a:r>
              <a:rPr lang="en-US" altLang="en-US" dirty="0"/>
              <a:t>Implementation issues:</a:t>
            </a:r>
          </a:p>
          <a:p>
            <a:pPr lvl="1"/>
            <a:r>
              <a:rPr lang="en-US" altLang="en-US" dirty="0"/>
              <a:t>How are links established?</a:t>
            </a:r>
          </a:p>
          <a:p>
            <a:pPr lvl="1"/>
            <a:r>
              <a:rPr lang="en-US" altLang="en-US" dirty="0"/>
              <a:t>Can a link be associated with more than two processes?</a:t>
            </a:r>
          </a:p>
          <a:p>
            <a:pPr lvl="1"/>
            <a:r>
              <a:rPr lang="en-US" altLang="en-US" dirty="0"/>
              <a:t>How many links can there be between every pair of communicating processes?</a:t>
            </a:r>
          </a:p>
          <a:p>
            <a:pPr lvl="1"/>
            <a:r>
              <a:rPr lang="en-US" altLang="en-US" dirty="0"/>
              <a:t>What is the capacity of a link?</a:t>
            </a:r>
          </a:p>
          <a:p>
            <a:pPr lvl="1"/>
            <a:r>
              <a:rPr lang="en-US" altLang="en-US" dirty="0"/>
              <a:t>Is the size of a message that the link can accommodate fixed or variable?</a:t>
            </a:r>
          </a:p>
          <a:p>
            <a:pPr lvl="1"/>
            <a:r>
              <a:rPr lang="en-US" altLang="en-US" dirty="0"/>
              <a:t>Is a link unidirectional or bi-directional?</a:t>
            </a:r>
          </a:p>
          <a:p>
            <a:pPr>
              <a:lnSpc>
                <a:spcPct val="90000"/>
              </a:lnSpc>
              <a:buFont typeface="Monotype Sorts" pitchFamily="-84" charset="2"/>
              <a:buNone/>
            </a:pPr>
            <a:endParaRPr lang="en-US" alt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a:extLst>
              <a:ext uri="{FF2B5EF4-FFF2-40B4-BE49-F238E27FC236}">
                <a16:creationId xmlns:a16="http://schemas.microsoft.com/office/drawing/2014/main" id="{381AC626-0A50-457E-ACC9-A83EC0103DD7}"/>
              </a:ext>
            </a:extLst>
          </p:cNvPr>
          <p:cNvSpPr>
            <a:spLocks noGrp="1" noChangeArrowheads="1"/>
          </p:cNvSpPr>
          <p:nvPr>
            <p:ph type="title"/>
          </p:nvPr>
        </p:nvSpPr>
        <p:spPr>
          <a:xfrm>
            <a:off x="979488" y="130757"/>
            <a:ext cx="8061325" cy="576262"/>
          </a:xfrm>
        </p:spPr>
        <p:txBody>
          <a:bodyPr/>
          <a:lstStyle/>
          <a:p>
            <a:pPr eaLnBrk="1" hangingPunct="1"/>
            <a:r>
              <a:rPr lang="en-US" altLang="en-US" sz="3000" dirty="0"/>
              <a:t>Implementation of Communication Link</a:t>
            </a:r>
          </a:p>
        </p:txBody>
      </p:sp>
      <p:sp>
        <p:nvSpPr>
          <p:cNvPr id="79875" name="Rectangle 3">
            <a:extLst>
              <a:ext uri="{FF2B5EF4-FFF2-40B4-BE49-F238E27FC236}">
                <a16:creationId xmlns:a16="http://schemas.microsoft.com/office/drawing/2014/main" id="{1D1C4DEC-BA4C-4FF4-8D99-3F8564557894}"/>
              </a:ext>
            </a:extLst>
          </p:cNvPr>
          <p:cNvSpPr>
            <a:spLocks noGrp="1" noChangeArrowheads="1"/>
          </p:cNvSpPr>
          <p:nvPr>
            <p:ph type="body" idx="1"/>
          </p:nvPr>
        </p:nvSpPr>
        <p:spPr>
          <a:xfrm>
            <a:off x="901700" y="785813"/>
            <a:ext cx="7694613" cy="4530725"/>
          </a:xfrm>
        </p:spPr>
        <p:txBody>
          <a:bodyPr/>
          <a:lstStyle/>
          <a:p>
            <a:pPr lvl="1">
              <a:lnSpc>
                <a:spcPct val="90000"/>
              </a:lnSpc>
            </a:pPr>
            <a:endParaRPr lang="en-US" altLang="en-US" sz="800" dirty="0"/>
          </a:p>
          <a:p>
            <a:pPr lvl="1">
              <a:lnSpc>
                <a:spcPct val="90000"/>
              </a:lnSpc>
              <a:buFont typeface="Monotype Sorts" pitchFamily="-84" charset="2"/>
              <a:buNone/>
            </a:pPr>
            <a:endParaRPr lang="en-US" altLang="en-US" sz="800" dirty="0"/>
          </a:p>
          <a:p>
            <a:pPr>
              <a:lnSpc>
                <a:spcPct val="90000"/>
              </a:lnSpc>
            </a:pPr>
            <a:r>
              <a:rPr lang="en-US" altLang="en-US" dirty="0"/>
              <a:t>Physical:</a:t>
            </a:r>
          </a:p>
          <a:p>
            <a:pPr lvl="1">
              <a:lnSpc>
                <a:spcPct val="90000"/>
              </a:lnSpc>
            </a:pPr>
            <a:r>
              <a:rPr lang="en-US" altLang="en-US" dirty="0"/>
              <a:t>Shared memory</a:t>
            </a:r>
          </a:p>
          <a:p>
            <a:pPr lvl="1">
              <a:lnSpc>
                <a:spcPct val="90000"/>
              </a:lnSpc>
            </a:pPr>
            <a:r>
              <a:rPr lang="en-US" altLang="en-US" dirty="0"/>
              <a:t>Hardware bus</a:t>
            </a:r>
          </a:p>
          <a:p>
            <a:pPr lvl="1">
              <a:lnSpc>
                <a:spcPct val="90000"/>
              </a:lnSpc>
            </a:pPr>
            <a:r>
              <a:rPr lang="en-US" altLang="en-US" dirty="0"/>
              <a:t>Network</a:t>
            </a:r>
          </a:p>
          <a:p>
            <a:pPr>
              <a:lnSpc>
                <a:spcPct val="90000"/>
              </a:lnSpc>
            </a:pPr>
            <a:r>
              <a:rPr lang="en-US" altLang="en-US" dirty="0"/>
              <a:t>Logical:</a:t>
            </a:r>
          </a:p>
          <a:p>
            <a:pPr lvl="1">
              <a:lnSpc>
                <a:spcPct val="90000"/>
              </a:lnSpc>
            </a:pPr>
            <a:r>
              <a:rPr lang="en-US" altLang="en-US" dirty="0"/>
              <a:t> Direct or indirect</a:t>
            </a:r>
          </a:p>
          <a:p>
            <a:pPr lvl="1">
              <a:lnSpc>
                <a:spcPct val="90000"/>
              </a:lnSpc>
            </a:pPr>
            <a:r>
              <a:rPr lang="en-US" altLang="en-US" dirty="0"/>
              <a:t> Synchronous or asynchronous</a:t>
            </a:r>
          </a:p>
          <a:p>
            <a:pPr lvl="1">
              <a:lnSpc>
                <a:spcPct val="90000"/>
              </a:lnSpc>
            </a:pPr>
            <a:r>
              <a:rPr lang="en-US" altLang="en-US" dirty="0"/>
              <a:t> Automatic or explicit buffering</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a:extLst>
              <a:ext uri="{FF2B5EF4-FFF2-40B4-BE49-F238E27FC236}">
                <a16:creationId xmlns:a16="http://schemas.microsoft.com/office/drawing/2014/main" id="{942199CC-6297-4236-868D-6C51816630C7}"/>
              </a:ext>
            </a:extLst>
          </p:cNvPr>
          <p:cNvSpPr>
            <a:spLocks noGrp="1" noChangeArrowheads="1"/>
          </p:cNvSpPr>
          <p:nvPr>
            <p:ph type="title"/>
          </p:nvPr>
        </p:nvSpPr>
        <p:spPr>
          <a:xfrm>
            <a:off x="457200" y="149139"/>
            <a:ext cx="8229600" cy="576262"/>
          </a:xfrm>
        </p:spPr>
        <p:txBody>
          <a:bodyPr/>
          <a:lstStyle/>
          <a:p>
            <a:pPr eaLnBrk="1" hangingPunct="1"/>
            <a:r>
              <a:rPr lang="en-US" altLang="en-US" dirty="0"/>
              <a:t>Direct Communication</a:t>
            </a:r>
          </a:p>
        </p:txBody>
      </p:sp>
      <p:sp>
        <p:nvSpPr>
          <p:cNvPr id="81923" name="Rectangle 3">
            <a:extLst>
              <a:ext uri="{FF2B5EF4-FFF2-40B4-BE49-F238E27FC236}">
                <a16:creationId xmlns:a16="http://schemas.microsoft.com/office/drawing/2014/main" id="{3A7D9FE3-3D61-44CD-BD78-77CFC4A0B458}"/>
              </a:ext>
            </a:extLst>
          </p:cNvPr>
          <p:cNvSpPr>
            <a:spLocks noGrp="1" noChangeArrowheads="1"/>
          </p:cNvSpPr>
          <p:nvPr>
            <p:ph type="body" idx="1"/>
          </p:nvPr>
        </p:nvSpPr>
        <p:spPr>
          <a:xfrm>
            <a:off x="904875" y="1138238"/>
            <a:ext cx="7635875" cy="4530725"/>
          </a:xfrm>
        </p:spPr>
        <p:txBody>
          <a:bodyPr/>
          <a:lstStyle/>
          <a:p>
            <a:r>
              <a:rPr lang="en-US" altLang="en-US"/>
              <a:t>Processes must name each other explicitly:</a:t>
            </a:r>
          </a:p>
          <a:p>
            <a:pPr lvl="1"/>
            <a:r>
              <a:rPr lang="en-US" altLang="en-US" b="1">
                <a:latin typeface="Courier New" panose="02070309020205020404" pitchFamily="49" charset="0"/>
              </a:rPr>
              <a:t>send</a:t>
            </a:r>
            <a:r>
              <a:rPr lang="en-US" altLang="en-US"/>
              <a:t> (</a:t>
            </a:r>
            <a:r>
              <a:rPr lang="en-US" altLang="en-US" i="1"/>
              <a:t>P, message</a:t>
            </a:r>
            <a:r>
              <a:rPr lang="en-US" altLang="en-US"/>
              <a:t>) – send a message to process P</a:t>
            </a:r>
          </a:p>
          <a:p>
            <a:pPr lvl="1"/>
            <a:r>
              <a:rPr lang="en-US" altLang="en-US" b="1">
                <a:latin typeface="Courier New" panose="02070309020205020404" pitchFamily="49" charset="0"/>
              </a:rPr>
              <a:t>receive</a:t>
            </a:r>
            <a:r>
              <a:rPr lang="en-US" altLang="en-US"/>
              <a:t>(</a:t>
            </a:r>
            <a:r>
              <a:rPr lang="en-US" altLang="en-US" i="1"/>
              <a:t>Q, message</a:t>
            </a:r>
            <a:r>
              <a:rPr lang="en-US" altLang="en-US"/>
              <a:t>) – receive a message from process Q</a:t>
            </a:r>
          </a:p>
          <a:p>
            <a:r>
              <a:rPr lang="en-US" altLang="en-US"/>
              <a:t>Properties of communication link</a:t>
            </a:r>
          </a:p>
          <a:p>
            <a:pPr lvl="1"/>
            <a:r>
              <a:rPr lang="en-US" altLang="en-US"/>
              <a:t>Links are established automatically</a:t>
            </a:r>
          </a:p>
          <a:p>
            <a:pPr lvl="1"/>
            <a:r>
              <a:rPr lang="en-US" altLang="en-US"/>
              <a:t>A link is associated with exactly one pair of communicating processes</a:t>
            </a:r>
          </a:p>
          <a:p>
            <a:pPr lvl="1"/>
            <a:r>
              <a:rPr lang="en-US" altLang="en-US"/>
              <a:t>Between each pair there exists exactly one link</a:t>
            </a:r>
          </a:p>
          <a:p>
            <a:pPr lvl="1"/>
            <a:r>
              <a:rPr lang="en-US" altLang="en-US"/>
              <a:t>The link may be unidirectional, but is usually bi-directional</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a:extLst>
              <a:ext uri="{FF2B5EF4-FFF2-40B4-BE49-F238E27FC236}">
                <a16:creationId xmlns:a16="http://schemas.microsoft.com/office/drawing/2014/main" id="{1143D8FC-6F48-4E94-BF58-37342F331C98}"/>
              </a:ext>
            </a:extLst>
          </p:cNvPr>
          <p:cNvSpPr>
            <a:spLocks noGrp="1" noChangeArrowheads="1"/>
          </p:cNvSpPr>
          <p:nvPr>
            <p:ph type="title"/>
          </p:nvPr>
        </p:nvSpPr>
        <p:spPr>
          <a:xfrm>
            <a:off x="457200" y="130757"/>
            <a:ext cx="8229600" cy="576262"/>
          </a:xfrm>
        </p:spPr>
        <p:txBody>
          <a:bodyPr/>
          <a:lstStyle/>
          <a:p>
            <a:pPr eaLnBrk="1" hangingPunct="1"/>
            <a:r>
              <a:rPr lang="en-US" altLang="en-US" dirty="0"/>
              <a:t>Indirect Communication</a:t>
            </a:r>
          </a:p>
        </p:txBody>
      </p:sp>
      <p:sp>
        <p:nvSpPr>
          <p:cNvPr id="83971" name="Rectangle 3">
            <a:extLst>
              <a:ext uri="{FF2B5EF4-FFF2-40B4-BE49-F238E27FC236}">
                <a16:creationId xmlns:a16="http://schemas.microsoft.com/office/drawing/2014/main" id="{DD569671-6F8E-4503-8E83-6B359504BFA7}"/>
              </a:ext>
            </a:extLst>
          </p:cNvPr>
          <p:cNvSpPr>
            <a:spLocks noGrp="1" noChangeArrowheads="1"/>
          </p:cNvSpPr>
          <p:nvPr>
            <p:ph type="body" idx="1"/>
          </p:nvPr>
        </p:nvSpPr>
        <p:spPr>
          <a:xfrm>
            <a:off x="892175" y="1147763"/>
            <a:ext cx="7397583" cy="4073942"/>
          </a:xfrm>
        </p:spPr>
        <p:txBody>
          <a:bodyPr/>
          <a:lstStyle/>
          <a:p>
            <a:r>
              <a:rPr lang="en-US" altLang="en-US"/>
              <a:t>Messages are directed and received from mailboxes (also referred to as ports)</a:t>
            </a:r>
          </a:p>
          <a:p>
            <a:pPr lvl="1"/>
            <a:r>
              <a:rPr lang="en-US" altLang="en-US"/>
              <a:t>Each mailbox has a unique id</a:t>
            </a:r>
          </a:p>
          <a:p>
            <a:pPr lvl="1"/>
            <a:r>
              <a:rPr lang="en-US" altLang="en-US"/>
              <a:t>Processes can communicate only if they share a mailbox</a:t>
            </a:r>
          </a:p>
          <a:p>
            <a:r>
              <a:rPr lang="en-US" altLang="en-US"/>
              <a:t>Properties of communication link</a:t>
            </a:r>
          </a:p>
          <a:p>
            <a:pPr lvl="1"/>
            <a:r>
              <a:rPr lang="en-US" altLang="en-US"/>
              <a:t>Link established only if processes share a common mailbox</a:t>
            </a:r>
          </a:p>
          <a:p>
            <a:pPr lvl="1"/>
            <a:r>
              <a:rPr lang="en-US" altLang="en-US"/>
              <a:t>A link may be associated with many processes</a:t>
            </a:r>
          </a:p>
          <a:p>
            <a:pPr lvl="1"/>
            <a:r>
              <a:rPr lang="en-US" altLang="en-US"/>
              <a:t>Each pair of processes may share several communication links</a:t>
            </a:r>
          </a:p>
          <a:p>
            <a:pPr lvl="1"/>
            <a:r>
              <a:rPr lang="en-US" altLang="en-US"/>
              <a:t>Link may be unidirectional or bi-directional</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3">
            <a:extLst>
              <a:ext uri="{FF2B5EF4-FFF2-40B4-BE49-F238E27FC236}">
                <a16:creationId xmlns:a16="http://schemas.microsoft.com/office/drawing/2014/main" id="{34E55BDD-A170-4015-BADB-B0ED48E46AEA}"/>
              </a:ext>
            </a:extLst>
          </p:cNvPr>
          <p:cNvSpPr>
            <a:spLocks noGrp="1" noChangeArrowheads="1"/>
          </p:cNvSpPr>
          <p:nvPr>
            <p:ph type="body" idx="1"/>
          </p:nvPr>
        </p:nvSpPr>
        <p:spPr>
          <a:xfrm>
            <a:off x="882650" y="1135063"/>
            <a:ext cx="7535863" cy="3821112"/>
          </a:xfrm>
        </p:spPr>
        <p:txBody>
          <a:bodyPr/>
          <a:lstStyle/>
          <a:p>
            <a:r>
              <a:rPr lang="en-US" altLang="en-US" dirty="0"/>
              <a:t>Operations</a:t>
            </a:r>
          </a:p>
          <a:p>
            <a:pPr lvl="1"/>
            <a:r>
              <a:rPr lang="en-US" altLang="en-US" dirty="0"/>
              <a:t>Create a new mailbox (port)</a:t>
            </a:r>
          </a:p>
          <a:p>
            <a:pPr lvl="1"/>
            <a:r>
              <a:rPr lang="en-US" altLang="en-US" dirty="0"/>
              <a:t>Send and receive messages through mailbox</a:t>
            </a:r>
          </a:p>
          <a:p>
            <a:pPr lvl="1"/>
            <a:r>
              <a:rPr lang="en-US" altLang="en-US" dirty="0"/>
              <a:t>Delete a mailbox</a:t>
            </a:r>
          </a:p>
          <a:p>
            <a:r>
              <a:rPr lang="en-US" altLang="en-US" dirty="0"/>
              <a:t>Primitives are defined as:</a:t>
            </a:r>
          </a:p>
          <a:p>
            <a:pPr lvl="1"/>
            <a:r>
              <a:rPr lang="en-US" altLang="en-US" b="1" dirty="0">
                <a:latin typeface="Courier New" panose="02070309020205020404" pitchFamily="49" charset="0"/>
              </a:rPr>
              <a:t>send</a:t>
            </a:r>
            <a:r>
              <a:rPr lang="en-US" altLang="en-US" dirty="0"/>
              <a:t>(</a:t>
            </a:r>
            <a:r>
              <a:rPr lang="en-US" altLang="en-US" i="1" dirty="0"/>
              <a:t>A, message</a:t>
            </a:r>
            <a:r>
              <a:rPr lang="en-US" altLang="en-US" dirty="0"/>
              <a:t>) – send a message to mailbox A</a:t>
            </a:r>
          </a:p>
          <a:p>
            <a:pPr lvl="1"/>
            <a:r>
              <a:rPr lang="en-US" altLang="en-US" b="1" dirty="0">
                <a:latin typeface="Courier New" panose="02070309020205020404" pitchFamily="49" charset="0"/>
              </a:rPr>
              <a:t>receive</a:t>
            </a:r>
            <a:r>
              <a:rPr lang="en-US" altLang="en-US" dirty="0"/>
              <a:t>(</a:t>
            </a:r>
            <a:r>
              <a:rPr lang="en-US" altLang="en-US" i="1" dirty="0"/>
              <a:t>A, message</a:t>
            </a:r>
            <a:r>
              <a:rPr lang="en-US" altLang="en-US" dirty="0"/>
              <a:t>) – receive a message from mailbox A</a:t>
            </a:r>
          </a:p>
        </p:txBody>
      </p:sp>
      <p:sp>
        <p:nvSpPr>
          <p:cNvPr id="86019" name="Rectangle 2">
            <a:extLst>
              <a:ext uri="{FF2B5EF4-FFF2-40B4-BE49-F238E27FC236}">
                <a16:creationId xmlns:a16="http://schemas.microsoft.com/office/drawing/2014/main" id="{5F04958A-396F-4A7F-8CBA-0260CD19660B}"/>
              </a:ext>
            </a:extLst>
          </p:cNvPr>
          <p:cNvSpPr>
            <a:spLocks noGrp="1" noChangeArrowheads="1"/>
          </p:cNvSpPr>
          <p:nvPr>
            <p:ph type="title"/>
          </p:nvPr>
        </p:nvSpPr>
        <p:spPr>
          <a:xfrm>
            <a:off x="1234572" y="141201"/>
            <a:ext cx="7947025" cy="576263"/>
          </a:xfrm>
        </p:spPr>
        <p:txBody>
          <a:bodyPr/>
          <a:lstStyle/>
          <a:p>
            <a:pPr eaLnBrk="1" hangingPunct="1"/>
            <a:r>
              <a:rPr lang="en-US" altLang="en-US" dirty="0"/>
              <a:t>Indirect Communication (Cont.)</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3">
            <a:extLst>
              <a:ext uri="{FF2B5EF4-FFF2-40B4-BE49-F238E27FC236}">
                <a16:creationId xmlns:a16="http://schemas.microsoft.com/office/drawing/2014/main" id="{97701EB2-5660-4646-90DB-5F302502B1C7}"/>
              </a:ext>
            </a:extLst>
          </p:cNvPr>
          <p:cNvSpPr>
            <a:spLocks noGrp="1" noChangeArrowheads="1"/>
          </p:cNvSpPr>
          <p:nvPr>
            <p:ph type="body" idx="1"/>
          </p:nvPr>
        </p:nvSpPr>
        <p:spPr>
          <a:xfrm>
            <a:off x="882650" y="1127125"/>
            <a:ext cx="6637338" cy="4530725"/>
          </a:xfrm>
        </p:spPr>
        <p:txBody>
          <a:bodyPr/>
          <a:lstStyle/>
          <a:p>
            <a:r>
              <a:rPr lang="en-US" altLang="en-US"/>
              <a:t>Mailbox sharing</a:t>
            </a:r>
          </a:p>
          <a:p>
            <a:pPr lvl="1"/>
            <a:r>
              <a:rPr lang="en-US" altLang="en-US" i="1"/>
              <a:t>P</a:t>
            </a:r>
            <a:r>
              <a:rPr lang="en-US" altLang="en-US" i="1" baseline="-25000"/>
              <a:t>1</a:t>
            </a:r>
            <a:r>
              <a:rPr lang="en-US" altLang="en-US" i="1"/>
              <a:t>, P</a:t>
            </a:r>
            <a:r>
              <a:rPr lang="en-US" altLang="en-US" i="1" baseline="-25000"/>
              <a:t>2</a:t>
            </a:r>
            <a:r>
              <a:rPr lang="en-US" altLang="en-US" i="1"/>
              <a:t>,</a:t>
            </a:r>
            <a:r>
              <a:rPr lang="en-US" altLang="en-US"/>
              <a:t> and</a:t>
            </a:r>
            <a:r>
              <a:rPr lang="en-US" altLang="en-US" i="1"/>
              <a:t> P</a:t>
            </a:r>
            <a:r>
              <a:rPr lang="en-US" altLang="en-US" i="1" baseline="-25000"/>
              <a:t>3</a:t>
            </a:r>
            <a:r>
              <a:rPr lang="en-US" altLang="en-US"/>
              <a:t> share mailbox A</a:t>
            </a:r>
          </a:p>
          <a:p>
            <a:pPr lvl="1"/>
            <a:r>
              <a:rPr lang="en-US" altLang="en-US" i="1"/>
              <a:t>P</a:t>
            </a:r>
            <a:r>
              <a:rPr lang="en-US" altLang="en-US" i="1" baseline="-25000"/>
              <a:t>1</a:t>
            </a:r>
            <a:r>
              <a:rPr lang="en-US" altLang="en-US"/>
              <a:t>, sends; </a:t>
            </a:r>
            <a:r>
              <a:rPr lang="en-US" altLang="en-US" i="1"/>
              <a:t>P</a:t>
            </a:r>
            <a:r>
              <a:rPr lang="en-US" altLang="en-US" i="1" baseline="-25000"/>
              <a:t>2</a:t>
            </a:r>
            <a:r>
              <a:rPr lang="en-US" altLang="en-US" i="1"/>
              <a:t> </a:t>
            </a:r>
            <a:r>
              <a:rPr lang="en-US" altLang="en-US"/>
              <a:t>and</a:t>
            </a:r>
            <a:r>
              <a:rPr lang="en-US" altLang="en-US" i="1"/>
              <a:t> P</a:t>
            </a:r>
            <a:r>
              <a:rPr lang="en-US" altLang="en-US" i="1" baseline="-25000"/>
              <a:t>3</a:t>
            </a:r>
            <a:r>
              <a:rPr lang="en-US" altLang="en-US"/>
              <a:t> receive</a:t>
            </a:r>
          </a:p>
          <a:p>
            <a:pPr lvl="1"/>
            <a:r>
              <a:rPr lang="en-US" altLang="en-US"/>
              <a:t>Who gets the message?</a:t>
            </a:r>
          </a:p>
          <a:p>
            <a:r>
              <a:rPr lang="en-US" altLang="en-US"/>
              <a:t>Solutions</a:t>
            </a:r>
          </a:p>
          <a:p>
            <a:pPr lvl="1"/>
            <a:r>
              <a:rPr lang="en-US" altLang="en-US"/>
              <a:t>Allow a link to be associated with at most two processes</a:t>
            </a:r>
          </a:p>
          <a:p>
            <a:pPr lvl="1"/>
            <a:r>
              <a:rPr lang="en-US" altLang="en-US"/>
              <a:t>Allow only one process at a time to execute a receive operation</a:t>
            </a:r>
          </a:p>
          <a:p>
            <a:pPr lvl="1"/>
            <a:r>
              <a:rPr lang="en-US" altLang="en-US"/>
              <a:t>Allow the system to select arbitrarily the receiver.  Sender is notified who the receiver was.</a:t>
            </a:r>
          </a:p>
        </p:txBody>
      </p:sp>
      <p:sp>
        <p:nvSpPr>
          <p:cNvPr id="88067" name="Rectangle 2">
            <a:extLst>
              <a:ext uri="{FF2B5EF4-FFF2-40B4-BE49-F238E27FC236}">
                <a16:creationId xmlns:a16="http://schemas.microsoft.com/office/drawing/2014/main" id="{24243AD7-0317-465B-AB50-5EC00B8ABFD8}"/>
              </a:ext>
            </a:extLst>
          </p:cNvPr>
          <p:cNvSpPr>
            <a:spLocks noGrp="1" noChangeArrowheads="1"/>
          </p:cNvSpPr>
          <p:nvPr>
            <p:ph type="title"/>
          </p:nvPr>
        </p:nvSpPr>
        <p:spPr>
          <a:xfrm>
            <a:off x="976985" y="129169"/>
            <a:ext cx="8058734" cy="576263"/>
          </a:xfrm>
        </p:spPr>
        <p:txBody>
          <a:bodyPr/>
          <a:lstStyle/>
          <a:p>
            <a:pPr eaLnBrk="1" hangingPunct="1"/>
            <a:r>
              <a:rPr lang="en-US" altLang="en-US" dirty="0"/>
              <a:t>Indirect Communication (Cont.)</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a:extLst>
              <a:ext uri="{FF2B5EF4-FFF2-40B4-BE49-F238E27FC236}">
                <a16:creationId xmlns:a16="http://schemas.microsoft.com/office/drawing/2014/main" id="{066DE404-CE0D-4099-B2D8-AC3784357141}"/>
              </a:ext>
            </a:extLst>
          </p:cNvPr>
          <p:cNvSpPr>
            <a:spLocks noGrp="1" noChangeArrowheads="1"/>
          </p:cNvSpPr>
          <p:nvPr>
            <p:ph type="title"/>
          </p:nvPr>
        </p:nvSpPr>
        <p:spPr>
          <a:xfrm>
            <a:off x="457200" y="115550"/>
            <a:ext cx="8229600" cy="576262"/>
          </a:xfrm>
        </p:spPr>
        <p:txBody>
          <a:bodyPr/>
          <a:lstStyle/>
          <a:p>
            <a:pPr eaLnBrk="1" hangingPunct="1"/>
            <a:r>
              <a:rPr lang="en-US" altLang="en-US" dirty="0"/>
              <a:t>Synchronization</a:t>
            </a:r>
          </a:p>
        </p:txBody>
      </p:sp>
      <p:sp>
        <p:nvSpPr>
          <p:cNvPr id="44035" name="Rectangle 3">
            <a:extLst>
              <a:ext uri="{FF2B5EF4-FFF2-40B4-BE49-F238E27FC236}">
                <a16:creationId xmlns:a16="http://schemas.microsoft.com/office/drawing/2014/main" id="{67B9D991-600B-415B-8F62-A95ED2FAF9E0}"/>
              </a:ext>
            </a:extLst>
          </p:cNvPr>
          <p:cNvSpPr>
            <a:spLocks noGrp="1" noChangeArrowheads="1"/>
          </p:cNvSpPr>
          <p:nvPr>
            <p:ph type="body" idx="1"/>
          </p:nvPr>
        </p:nvSpPr>
        <p:spPr>
          <a:xfrm>
            <a:off x="1230225" y="1588165"/>
            <a:ext cx="7716838" cy="4976891"/>
          </a:xfrm>
        </p:spPr>
        <p:txBody>
          <a:bodyPr/>
          <a:lstStyle/>
          <a:p>
            <a:pPr marL="379413" indent="-379413">
              <a:defRPr/>
            </a:pPr>
            <a:r>
              <a:rPr lang="en-US" b="1" dirty="0">
                <a:solidFill>
                  <a:srgbClr val="006699"/>
                </a:solidFill>
                <a:latin typeface="+mj-lt"/>
              </a:rPr>
              <a:t>Blocking</a:t>
            </a:r>
            <a:r>
              <a:rPr lang="en-US" dirty="0">
                <a:cs typeface="ＭＳ Ｐゴシック" charset="-128"/>
              </a:rPr>
              <a:t> is considered </a:t>
            </a:r>
            <a:r>
              <a:rPr lang="en-US" b="1" dirty="0">
                <a:solidFill>
                  <a:srgbClr val="006699"/>
                </a:solidFill>
                <a:latin typeface="+mj-lt"/>
              </a:rPr>
              <a:t>synchronous</a:t>
            </a:r>
          </a:p>
          <a:p>
            <a:pPr marL="798513" lvl="1" indent="-341313">
              <a:defRPr/>
            </a:pPr>
            <a:r>
              <a:rPr lang="en-US" b="1" dirty="0"/>
              <a:t>Blocking send </a:t>
            </a:r>
            <a:r>
              <a:rPr lang="en-US" dirty="0"/>
              <a:t>--</a:t>
            </a:r>
            <a:r>
              <a:rPr lang="en-US" b="1" dirty="0"/>
              <a:t> </a:t>
            </a:r>
            <a:r>
              <a:rPr lang="en-US" dirty="0"/>
              <a:t>the sender is blocked until the message is received</a:t>
            </a:r>
          </a:p>
          <a:p>
            <a:pPr marL="798513" lvl="1" indent="-341313">
              <a:defRPr/>
            </a:pPr>
            <a:r>
              <a:rPr lang="en-US" b="1" dirty="0"/>
              <a:t>Blocking receive </a:t>
            </a:r>
            <a:r>
              <a:rPr lang="en-US" dirty="0"/>
              <a:t>--</a:t>
            </a:r>
            <a:r>
              <a:rPr lang="en-US" b="1" dirty="0"/>
              <a:t> </a:t>
            </a:r>
            <a:r>
              <a:rPr lang="en-US" dirty="0"/>
              <a:t>the receiver is  blocked until a message is available</a:t>
            </a:r>
          </a:p>
          <a:p>
            <a:pPr marL="379413" indent="-379413">
              <a:defRPr/>
            </a:pPr>
            <a:r>
              <a:rPr lang="en-US" b="1" dirty="0">
                <a:solidFill>
                  <a:srgbClr val="006699"/>
                </a:solidFill>
                <a:latin typeface="+mj-lt"/>
              </a:rPr>
              <a:t>Non-blocking</a:t>
            </a:r>
            <a:r>
              <a:rPr lang="en-US" dirty="0">
                <a:cs typeface="ＭＳ Ｐゴシック" charset="-128"/>
              </a:rPr>
              <a:t> is considered </a:t>
            </a:r>
            <a:r>
              <a:rPr lang="en-US" b="1" dirty="0">
                <a:solidFill>
                  <a:srgbClr val="006699"/>
                </a:solidFill>
                <a:latin typeface="+mj-lt"/>
              </a:rPr>
              <a:t>asynchronous</a:t>
            </a:r>
          </a:p>
          <a:p>
            <a:pPr marL="798513" lvl="1" indent="-341313">
              <a:defRPr/>
            </a:pPr>
            <a:r>
              <a:rPr lang="en-US" b="1" dirty="0"/>
              <a:t>Non-blocking send</a:t>
            </a:r>
            <a:r>
              <a:rPr lang="en-US" dirty="0"/>
              <a:t> -- the sender sends the message and continue</a:t>
            </a:r>
          </a:p>
          <a:p>
            <a:pPr marL="798513" lvl="1" indent="-341313">
              <a:defRPr/>
            </a:pPr>
            <a:r>
              <a:rPr lang="en-US" b="1" dirty="0"/>
              <a:t>Non-blocking receive</a:t>
            </a:r>
            <a:r>
              <a:rPr lang="en-US" dirty="0"/>
              <a:t> -- the receiver receives:</a:t>
            </a:r>
          </a:p>
          <a:p>
            <a:pPr marL="1141413" lvl="2" indent="-341313">
              <a:defRPr/>
            </a:pPr>
            <a:r>
              <a:rPr lang="en-US" dirty="0"/>
              <a:t>A valid message,  or </a:t>
            </a:r>
          </a:p>
          <a:p>
            <a:pPr marL="1141413" lvl="2" indent="-341313">
              <a:defRPr/>
            </a:pPr>
            <a:r>
              <a:rPr lang="en-US" dirty="0"/>
              <a:t>Null message</a:t>
            </a:r>
          </a:p>
          <a:p>
            <a:pPr marL="398463" indent="-341313">
              <a:defRPr/>
            </a:pPr>
            <a:r>
              <a:rPr lang="en-US" dirty="0">
                <a:ea typeface="ＭＳ Ｐゴシック" charset="0"/>
                <a:cs typeface="ＭＳ Ｐゴシック" charset="-128"/>
              </a:rPr>
              <a:t>Different combinations possible</a:t>
            </a:r>
          </a:p>
          <a:p>
            <a:pPr marL="798513" lvl="1" indent="-341313">
              <a:defRPr/>
            </a:pPr>
            <a:r>
              <a:rPr lang="en-US" dirty="0">
                <a:ea typeface="ＭＳ Ｐゴシック" charset="0"/>
              </a:rPr>
              <a:t>If both send and receive are blocking, we have a </a:t>
            </a:r>
            <a:r>
              <a:rPr lang="en-US" b="1" dirty="0">
                <a:solidFill>
                  <a:srgbClr val="006699"/>
                </a:solidFill>
                <a:latin typeface="+mj-lt"/>
              </a:rPr>
              <a:t>meeting</a:t>
            </a:r>
          </a:p>
          <a:p>
            <a:pPr marL="398463" indent="-341313">
              <a:defRPr/>
            </a:pPr>
            <a:endParaRPr lang="en-US" dirty="0">
              <a:cs typeface="ＭＳ Ｐゴシック" charset="-128"/>
            </a:endParaRPr>
          </a:p>
          <a:p>
            <a:pPr marL="1141413" lvl="2" indent="-341313">
              <a:buFont typeface="Monotype Sorts" pitchFamily="-84" charset="2"/>
              <a:buChar char="l"/>
              <a:defRPr/>
            </a:pPr>
            <a:endParaRPr lang="en-US" dirty="0"/>
          </a:p>
        </p:txBody>
      </p:sp>
      <p:sp>
        <p:nvSpPr>
          <p:cNvPr id="2" name="TextBox 1">
            <a:extLst>
              <a:ext uri="{FF2B5EF4-FFF2-40B4-BE49-F238E27FC236}">
                <a16:creationId xmlns:a16="http://schemas.microsoft.com/office/drawing/2014/main" id="{5FB062E3-7EE3-4CB3-A7FD-45050A40F8C4}"/>
              </a:ext>
            </a:extLst>
          </p:cNvPr>
          <p:cNvSpPr txBox="1"/>
          <p:nvPr/>
        </p:nvSpPr>
        <p:spPr>
          <a:xfrm>
            <a:off x="866272" y="1091585"/>
            <a:ext cx="7471609" cy="369332"/>
          </a:xfrm>
          <a:prstGeom prst="rect">
            <a:avLst/>
          </a:prstGeom>
          <a:noFill/>
        </p:spPr>
        <p:txBody>
          <a:bodyPr wrap="square" rtlCol="0">
            <a:spAutoFit/>
          </a:bodyPr>
          <a:lstStyle/>
          <a:p>
            <a:pPr marL="379413" indent="-379413">
              <a:defRPr/>
            </a:pPr>
            <a:r>
              <a:rPr lang="en-US" dirty="0">
                <a:cs typeface="ＭＳ Ｐゴシック" charset="-128"/>
              </a:rPr>
              <a:t>Message passing may be either blocking or non-blocking</a:t>
            </a:r>
          </a:p>
        </p:txBody>
      </p:sp>
    </p:spTree>
    <p:extLst>
      <p:ext uri="{BB962C8B-B14F-4D97-AF65-F5344CB8AC3E}">
        <p14:creationId xmlns:p14="http://schemas.microsoft.com/office/powerpoint/2010/main" val="161592418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3">
            <a:extLst>
              <a:ext uri="{FF2B5EF4-FFF2-40B4-BE49-F238E27FC236}">
                <a16:creationId xmlns:a16="http://schemas.microsoft.com/office/drawing/2014/main" id="{97701EB2-5660-4646-90DB-5F302502B1C7}"/>
              </a:ext>
            </a:extLst>
          </p:cNvPr>
          <p:cNvSpPr>
            <a:spLocks noGrp="1" noChangeArrowheads="1"/>
          </p:cNvSpPr>
          <p:nvPr>
            <p:ph type="body" idx="1"/>
          </p:nvPr>
        </p:nvSpPr>
        <p:spPr>
          <a:xfrm>
            <a:off x="882650" y="1127125"/>
            <a:ext cx="6637338" cy="4530725"/>
          </a:xfrm>
        </p:spPr>
        <p:txBody>
          <a:bodyPr/>
          <a:lstStyle/>
          <a:p>
            <a:r>
              <a:rPr lang="en-US" altLang="en-US" dirty="0"/>
              <a:t>Producer</a:t>
            </a:r>
          </a:p>
          <a:p>
            <a:pPr>
              <a:spcBef>
                <a:spcPct val="0"/>
              </a:spcBef>
              <a:buClrTx/>
              <a:buSzTx/>
              <a:buFont typeface="Monotype Sorts" pitchFamily="-84" charset="2"/>
              <a:buNone/>
            </a:pPr>
            <a:r>
              <a:rPr lang="en-US" altLang="en-US" dirty="0">
                <a:cs typeface="Courier New" panose="02070309020205020404" pitchFamily="49" charset="0"/>
              </a:rPr>
              <a:t>           </a:t>
            </a:r>
            <a:r>
              <a:rPr kumimoji="0" lang="en-US" altLang="en-US" b="1" dirty="0">
                <a:latin typeface="Courier New" panose="02070309020205020404" pitchFamily="49" charset="0"/>
                <a:cs typeface="Courier New" panose="02070309020205020404" pitchFamily="49" charset="0"/>
              </a:rPr>
              <a:t>message </a:t>
            </a:r>
            <a:r>
              <a:rPr kumimoji="0" lang="en-US" altLang="en-US" b="1" dirty="0" err="1">
                <a:latin typeface="Courier New" panose="02070309020205020404" pitchFamily="49" charset="0"/>
                <a:cs typeface="Courier New" panose="02070309020205020404" pitchFamily="49" charset="0"/>
              </a:rPr>
              <a:t>next_produced</a:t>
            </a:r>
            <a:r>
              <a:rPr kumimoji="0" lang="en-US" altLang="en-US" b="1" dirty="0">
                <a:latin typeface="Courier New" panose="02070309020205020404" pitchFamily="49" charset="0"/>
                <a:cs typeface="Courier New" panose="02070309020205020404" pitchFamily="49" charset="0"/>
              </a:rPr>
              <a:t>;</a:t>
            </a:r>
            <a:br>
              <a:rPr kumimoji="0" lang="en-US" altLang="en-US" b="1" dirty="0">
                <a:latin typeface="Courier New" panose="02070309020205020404" pitchFamily="49" charset="0"/>
                <a:cs typeface="Courier New" panose="02070309020205020404" pitchFamily="49" charset="0"/>
              </a:rPr>
            </a:br>
            <a:r>
              <a:rPr kumimoji="0" lang="en-US" altLang="en-US" b="1" dirty="0">
                <a:latin typeface="Courier New" panose="02070309020205020404" pitchFamily="49" charset="0"/>
                <a:cs typeface="Courier New" panose="02070309020205020404" pitchFamily="49" charset="0"/>
              </a:rPr>
              <a:t>   while (true) {</a:t>
            </a:r>
            <a:br>
              <a:rPr kumimoji="0" lang="en-US" altLang="en-US" b="1" dirty="0">
                <a:latin typeface="Courier New" panose="02070309020205020404" pitchFamily="49" charset="0"/>
                <a:cs typeface="Courier New" panose="02070309020205020404" pitchFamily="49" charset="0"/>
              </a:rPr>
            </a:br>
            <a:r>
              <a:rPr kumimoji="0" lang="en-US" altLang="en-US" b="1" dirty="0">
                <a:latin typeface="Courier New" panose="02070309020205020404" pitchFamily="49" charset="0"/>
                <a:cs typeface="Courier New" panose="02070309020205020404" pitchFamily="49" charset="0"/>
              </a:rPr>
              <a:t>	/* produce an item in </a:t>
            </a:r>
            <a:r>
              <a:rPr kumimoji="0" lang="en-US" altLang="en-US" b="1" dirty="0" err="1">
                <a:latin typeface="Courier New" panose="02070309020205020404" pitchFamily="49" charset="0"/>
                <a:cs typeface="Courier New" panose="02070309020205020404" pitchFamily="49" charset="0"/>
              </a:rPr>
              <a:t>next_produced</a:t>
            </a:r>
            <a:r>
              <a:rPr kumimoji="0" lang="en-US" altLang="en-US" b="1" dirty="0">
                <a:latin typeface="Courier New" panose="02070309020205020404" pitchFamily="49" charset="0"/>
                <a:cs typeface="Courier New" panose="02070309020205020404" pitchFamily="49" charset="0"/>
              </a:rPr>
              <a:t> */</a:t>
            </a:r>
            <a:br>
              <a:rPr kumimoji="0" lang="en-US" altLang="en-US" b="1" dirty="0">
                <a:latin typeface="Courier New" panose="02070309020205020404" pitchFamily="49" charset="0"/>
                <a:cs typeface="Courier New" panose="02070309020205020404" pitchFamily="49" charset="0"/>
              </a:rPr>
            </a:br>
            <a:r>
              <a:rPr kumimoji="0" lang="en-US" altLang="en-US" b="1" dirty="0">
                <a:latin typeface="Courier New" panose="02070309020205020404" pitchFamily="49" charset="0"/>
                <a:cs typeface="Courier New" panose="02070309020205020404" pitchFamily="49" charset="0"/>
              </a:rPr>
              <a:t> </a:t>
            </a:r>
          </a:p>
          <a:p>
            <a:pPr>
              <a:spcBef>
                <a:spcPct val="0"/>
              </a:spcBef>
              <a:buClrTx/>
              <a:buSzTx/>
              <a:buFont typeface="Monotype Sorts" pitchFamily="-84" charset="2"/>
              <a:buNone/>
            </a:pPr>
            <a:r>
              <a:rPr kumimoji="0" lang="en-US" altLang="en-US" b="1" dirty="0">
                <a:latin typeface="Courier New" panose="02070309020205020404" pitchFamily="49" charset="0"/>
                <a:cs typeface="Courier New" panose="02070309020205020404" pitchFamily="49" charset="0"/>
              </a:rPr>
              <a:t>      send(</a:t>
            </a:r>
            <a:r>
              <a:rPr kumimoji="0" lang="en-US" altLang="en-US" b="1" dirty="0" err="1">
                <a:latin typeface="Courier New" panose="02070309020205020404" pitchFamily="49" charset="0"/>
                <a:cs typeface="Courier New" panose="02070309020205020404" pitchFamily="49" charset="0"/>
              </a:rPr>
              <a:t>next_produced</a:t>
            </a:r>
            <a:r>
              <a:rPr kumimoji="0" lang="en-US" altLang="en-US" b="1" dirty="0">
                <a:latin typeface="Courier New" panose="02070309020205020404" pitchFamily="49" charset="0"/>
                <a:cs typeface="Courier New" panose="02070309020205020404" pitchFamily="49" charset="0"/>
              </a:rPr>
              <a:t>); </a:t>
            </a:r>
          </a:p>
          <a:p>
            <a:pPr>
              <a:spcBef>
                <a:spcPct val="0"/>
              </a:spcBef>
              <a:buClrTx/>
              <a:buSzTx/>
              <a:buFont typeface="Monotype Sorts" pitchFamily="-84" charset="2"/>
              <a:buNone/>
            </a:pPr>
            <a:r>
              <a:rPr kumimoji="0" lang="en-US" altLang="en-US" b="1" dirty="0">
                <a:latin typeface="Courier New" panose="02070309020205020404" pitchFamily="49" charset="0"/>
                <a:cs typeface="Courier New" panose="02070309020205020404" pitchFamily="49" charset="0"/>
              </a:rPr>
              <a:t>     }</a:t>
            </a:r>
            <a:r>
              <a:rPr kumimoji="0" lang="en-US" altLang="en-US" dirty="0">
                <a:latin typeface="Courier New" panose="02070309020205020404" pitchFamily="49" charset="0"/>
                <a:cs typeface="Courier New" panose="02070309020205020404" pitchFamily="49" charset="0"/>
              </a:rPr>
              <a:t> </a:t>
            </a:r>
          </a:p>
          <a:p>
            <a:pPr>
              <a:spcBef>
                <a:spcPct val="0"/>
              </a:spcBef>
              <a:buClrTx/>
              <a:buSzTx/>
              <a:buFont typeface="Monotype Sorts" pitchFamily="-84" charset="2"/>
              <a:buNone/>
            </a:pPr>
            <a:endParaRPr lang="en-US" altLang="en-US" dirty="0"/>
          </a:p>
          <a:p>
            <a:r>
              <a:rPr lang="en-US" altLang="en-US" dirty="0"/>
              <a:t>Consumer</a:t>
            </a:r>
          </a:p>
          <a:p>
            <a:pPr>
              <a:spcBef>
                <a:spcPct val="0"/>
              </a:spcBef>
              <a:buClrTx/>
              <a:buSzTx/>
              <a:buFont typeface="Monotype Sorts" pitchFamily="-84" charset="2"/>
              <a:buNone/>
            </a:pPr>
            <a:r>
              <a:rPr lang="en-US" altLang="en-US" dirty="0"/>
              <a:t>            </a:t>
            </a:r>
            <a:r>
              <a:rPr kumimoji="0" lang="en-US" altLang="en-US" b="1" dirty="0">
                <a:latin typeface="Courier New" panose="02070309020205020404" pitchFamily="49" charset="0"/>
                <a:cs typeface="Courier New" panose="02070309020205020404" pitchFamily="49" charset="0"/>
              </a:rPr>
              <a:t>message </a:t>
            </a:r>
            <a:r>
              <a:rPr kumimoji="0" lang="en-US" altLang="en-US" b="1" dirty="0" err="1">
                <a:latin typeface="Courier New" panose="02070309020205020404" pitchFamily="49" charset="0"/>
                <a:cs typeface="Courier New" panose="02070309020205020404" pitchFamily="49" charset="0"/>
              </a:rPr>
              <a:t>next_consumed</a:t>
            </a:r>
            <a:r>
              <a:rPr kumimoji="0" lang="en-US" altLang="en-US" b="1" dirty="0">
                <a:latin typeface="Courier New" panose="02070309020205020404" pitchFamily="49" charset="0"/>
                <a:cs typeface="Courier New" panose="02070309020205020404" pitchFamily="49" charset="0"/>
              </a:rPr>
              <a:t>;</a:t>
            </a:r>
            <a:br>
              <a:rPr kumimoji="0" lang="en-US" altLang="en-US" b="1" dirty="0">
                <a:latin typeface="Courier New" panose="02070309020205020404" pitchFamily="49" charset="0"/>
                <a:cs typeface="Courier New" panose="02070309020205020404" pitchFamily="49" charset="0"/>
              </a:rPr>
            </a:br>
            <a:r>
              <a:rPr kumimoji="0" lang="en-US" altLang="en-US" b="1" dirty="0">
                <a:latin typeface="Courier New" panose="02070309020205020404" pitchFamily="49" charset="0"/>
                <a:cs typeface="Courier New" panose="02070309020205020404" pitchFamily="49" charset="0"/>
              </a:rPr>
              <a:t>   while (true) {</a:t>
            </a:r>
            <a:br>
              <a:rPr kumimoji="0" lang="en-US" altLang="en-US" b="1" dirty="0">
                <a:latin typeface="Courier New" panose="02070309020205020404" pitchFamily="49" charset="0"/>
                <a:cs typeface="Courier New" panose="02070309020205020404" pitchFamily="49" charset="0"/>
              </a:rPr>
            </a:br>
            <a:r>
              <a:rPr kumimoji="0" lang="en-US" altLang="en-US" b="1" dirty="0">
                <a:latin typeface="Courier New" panose="02070309020205020404" pitchFamily="49" charset="0"/>
                <a:cs typeface="Courier New" panose="02070309020205020404" pitchFamily="49" charset="0"/>
              </a:rPr>
              <a:t>	 receive(</a:t>
            </a:r>
            <a:r>
              <a:rPr kumimoji="0" lang="en-US" altLang="en-US" b="1" dirty="0" err="1">
                <a:latin typeface="Courier New" panose="02070309020205020404" pitchFamily="49" charset="0"/>
                <a:cs typeface="Courier New" panose="02070309020205020404" pitchFamily="49" charset="0"/>
              </a:rPr>
              <a:t>next_consumed</a:t>
            </a:r>
            <a:r>
              <a:rPr kumimoji="0" lang="en-US" altLang="en-US" b="1" dirty="0">
                <a:latin typeface="Courier New" panose="02070309020205020404" pitchFamily="49" charset="0"/>
                <a:cs typeface="Courier New" panose="02070309020205020404" pitchFamily="49" charset="0"/>
              </a:rPr>
              <a:t>)</a:t>
            </a:r>
            <a:br>
              <a:rPr kumimoji="0" lang="en-US" altLang="en-US" b="1" dirty="0">
                <a:latin typeface="Courier New" panose="02070309020205020404" pitchFamily="49" charset="0"/>
                <a:cs typeface="Courier New" panose="02070309020205020404" pitchFamily="49" charset="0"/>
              </a:rPr>
            </a:br>
            <a:br>
              <a:rPr kumimoji="0" lang="en-US" altLang="en-US" b="1" dirty="0">
                <a:latin typeface="Courier New" panose="02070309020205020404" pitchFamily="49" charset="0"/>
                <a:cs typeface="Courier New" panose="02070309020205020404" pitchFamily="49" charset="0"/>
              </a:rPr>
            </a:br>
            <a:r>
              <a:rPr kumimoji="0" lang="en-US" altLang="en-US" b="1" dirty="0">
                <a:latin typeface="Courier New" panose="02070309020205020404" pitchFamily="49" charset="0"/>
                <a:cs typeface="Courier New" panose="02070309020205020404" pitchFamily="49" charset="0"/>
              </a:rPr>
              <a:t>	/* consume the item in </a:t>
            </a:r>
            <a:r>
              <a:rPr kumimoji="0" lang="en-US" altLang="en-US" b="1" dirty="0" err="1">
                <a:latin typeface="Courier New" panose="02070309020205020404" pitchFamily="49" charset="0"/>
                <a:cs typeface="Courier New" panose="02070309020205020404" pitchFamily="49" charset="0"/>
              </a:rPr>
              <a:t>next_consumed</a:t>
            </a:r>
            <a:r>
              <a:rPr kumimoji="0" lang="en-US" altLang="en-US" b="1" dirty="0">
                <a:latin typeface="Courier New" panose="02070309020205020404" pitchFamily="49" charset="0"/>
                <a:cs typeface="Courier New" panose="02070309020205020404" pitchFamily="49" charset="0"/>
              </a:rPr>
              <a:t> */</a:t>
            </a:r>
            <a:br>
              <a:rPr kumimoji="0" lang="en-US" altLang="en-US" b="1" dirty="0">
                <a:latin typeface="Courier New" panose="02070309020205020404" pitchFamily="49" charset="0"/>
                <a:cs typeface="Courier New" panose="02070309020205020404" pitchFamily="49" charset="0"/>
              </a:rPr>
            </a:br>
            <a:r>
              <a:rPr kumimoji="0" lang="en-US" altLang="en-US" b="1" dirty="0">
                <a:latin typeface="Courier New" panose="02070309020205020404" pitchFamily="49" charset="0"/>
                <a:cs typeface="Courier New" panose="02070309020205020404" pitchFamily="49" charset="0"/>
              </a:rPr>
              <a:t>  }</a:t>
            </a:r>
            <a:endParaRPr lang="en-US" altLang="en-US" dirty="0"/>
          </a:p>
        </p:txBody>
      </p:sp>
      <p:sp>
        <p:nvSpPr>
          <p:cNvPr id="88067" name="Rectangle 2">
            <a:extLst>
              <a:ext uri="{FF2B5EF4-FFF2-40B4-BE49-F238E27FC236}">
                <a16:creationId xmlns:a16="http://schemas.microsoft.com/office/drawing/2014/main" id="{24243AD7-0317-465B-AB50-5EC00B8ABFD8}"/>
              </a:ext>
            </a:extLst>
          </p:cNvPr>
          <p:cNvSpPr>
            <a:spLocks noGrp="1" noChangeArrowheads="1"/>
          </p:cNvSpPr>
          <p:nvPr>
            <p:ph type="title"/>
          </p:nvPr>
        </p:nvSpPr>
        <p:spPr>
          <a:xfrm>
            <a:off x="1013081" y="129169"/>
            <a:ext cx="8058734" cy="576263"/>
          </a:xfrm>
        </p:spPr>
        <p:txBody>
          <a:bodyPr/>
          <a:lstStyle/>
          <a:p>
            <a:pPr eaLnBrk="1" hangingPunct="1"/>
            <a:r>
              <a:rPr lang="en-US" altLang="en-US" sz="3000" dirty="0"/>
              <a:t>Producer-Consumer: Message Passing</a:t>
            </a:r>
          </a:p>
        </p:txBody>
      </p:sp>
    </p:spTree>
    <p:extLst>
      <p:ext uri="{BB962C8B-B14F-4D97-AF65-F5344CB8AC3E}">
        <p14:creationId xmlns:p14="http://schemas.microsoft.com/office/powerpoint/2010/main" val="99244066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a:extLst>
              <a:ext uri="{FF2B5EF4-FFF2-40B4-BE49-F238E27FC236}">
                <a16:creationId xmlns:a16="http://schemas.microsoft.com/office/drawing/2014/main" id="{EFCCDAF0-ADCB-498D-ABA7-61D9ACD7A11E}"/>
              </a:ext>
            </a:extLst>
          </p:cNvPr>
          <p:cNvSpPr>
            <a:spLocks noGrp="1" noChangeArrowheads="1"/>
          </p:cNvSpPr>
          <p:nvPr>
            <p:ph type="title"/>
          </p:nvPr>
        </p:nvSpPr>
        <p:spPr>
          <a:xfrm>
            <a:off x="457200" y="230188"/>
            <a:ext cx="8229600" cy="576262"/>
          </a:xfrm>
        </p:spPr>
        <p:txBody>
          <a:bodyPr/>
          <a:lstStyle/>
          <a:p>
            <a:pPr eaLnBrk="1" hangingPunct="1"/>
            <a:r>
              <a:rPr lang="en-US" altLang="en-US"/>
              <a:t>Buffering</a:t>
            </a:r>
          </a:p>
        </p:txBody>
      </p:sp>
      <p:sp>
        <p:nvSpPr>
          <p:cNvPr id="94211" name="Rectangle 3">
            <a:extLst>
              <a:ext uri="{FF2B5EF4-FFF2-40B4-BE49-F238E27FC236}">
                <a16:creationId xmlns:a16="http://schemas.microsoft.com/office/drawing/2014/main" id="{9F3FAE0B-E324-4D81-9059-93D9D79F308F}"/>
              </a:ext>
            </a:extLst>
          </p:cNvPr>
          <p:cNvSpPr>
            <a:spLocks noGrp="1" noChangeArrowheads="1"/>
          </p:cNvSpPr>
          <p:nvPr>
            <p:ph type="body" idx="1"/>
          </p:nvPr>
        </p:nvSpPr>
        <p:spPr>
          <a:xfrm>
            <a:off x="889000" y="1233488"/>
            <a:ext cx="7658100" cy="4530725"/>
          </a:xfrm>
        </p:spPr>
        <p:txBody>
          <a:bodyPr/>
          <a:lstStyle/>
          <a:p>
            <a:r>
              <a:rPr lang="en-US" altLang="en-US" dirty="0"/>
              <a:t>Queue of messages attached to the link.</a:t>
            </a:r>
          </a:p>
          <a:p>
            <a:r>
              <a:rPr lang="en-US" altLang="en-US" dirty="0"/>
              <a:t>Implemented in one of three ways</a:t>
            </a:r>
          </a:p>
          <a:p>
            <a:pPr lvl="1">
              <a:buFont typeface="Monotype Sorts" pitchFamily="-84" charset="2"/>
              <a:buNone/>
            </a:pPr>
            <a:r>
              <a:rPr lang="en-US" altLang="en-US" dirty="0">
                <a:solidFill>
                  <a:srgbClr val="CC6600"/>
                </a:solidFill>
              </a:rPr>
              <a:t>1.</a:t>
            </a:r>
            <a:r>
              <a:rPr lang="en-US" altLang="en-US" dirty="0"/>
              <a:t>	Zero capacity – no messages are queued on a link.</a:t>
            </a:r>
            <a:br>
              <a:rPr lang="en-US" altLang="en-US" dirty="0"/>
            </a:br>
            <a:r>
              <a:rPr lang="en-US" altLang="en-US" dirty="0"/>
              <a:t>Sender must wait for receiver (rendezvous)</a:t>
            </a:r>
          </a:p>
          <a:p>
            <a:pPr lvl="1">
              <a:buFont typeface="Monotype Sorts" pitchFamily="-84" charset="2"/>
              <a:buNone/>
            </a:pPr>
            <a:r>
              <a:rPr lang="en-US" altLang="en-US" dirty="0">
                <a:solidFill>
                  <a:srgbClr val="CC6600"/>
                </a:solidFill>
              </a:rPr>
              <a:t>2.</a:t>
            </a:r>
            <a:r>
              <a:rPr lang="en-US" altLang="en-US" dirty="0"/>
              <a:t>	Bounded capacity – finite length of </a:t>
            </a:r>
            <a:r>
              <a:rPr lang="en-US" altLang="en-US" i="1" dirty="0"/>
              <a:t>n</a:t>
            </a:r>
            <a:r>
              <a:rPr lang="en-US" altLang="en-US" dirty="0"/>
              <a:t> messages</a:t>
            </a:r>
            <a:br>
              <a:rPr lang="en-US" altLang="en-US" dirty="0"/>
            </a:br>
            <a:r>
              <a:rPr lang="en-US" altLang="en-US" dirty="0"/>
              <a:t>Sender must wait if link full</a:t>
            </a:r>
          </a:p>
          <a:p>
            <a:pPr lvl="1">
              <a:buFont typeface="Monotype Sorts" pitchFamily="-84" charset="2"/>
              <a:buNone/>
            </a:pPr>
            <a:r>
              <a:rPr lang="en-US" altLang="en-US" dirty="0">
                <a:solidFill>
                  <a:srgbClr val="CC6600"/>
                </a:solidFill>
              </a:rPr>
              <a:t>3.</a:t>
            </a:r>
            <a:r>
              <a:rPr lang="en-US" altLang="en-US" dirty="0"/>
              <a:t>	Unbounded capacity – infinite length </a:t>
            </a:r>
            <a:br>
              <a:rPr lang="en-US" altLang="en-US" dirty="0"/>
            </a:br>
            <a:r>
              <a:rPr lang="en-US" altLang="en-US" dirty="0"/>
              <a:t>Sender never waits</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6258" name="Title 1">
            <a:extLst>
              <a:ext uri="{FF2B5EF4-FFF2-40B4-BE49-F238E27FC236}">
                <a16:creationId xmlns:a16="http://schemas.microsoft.com/office/drawing/2014/main" id="{177B0164-79AB-466A-AEF8-910811B2B40E}"/>
              </a:ext>
            </a:extLst>
          </p:cNvPr>
          <p:cNvSpPr>
            <a:spLocks noGrp="1" noChangeArrowheads="1"/>
          </p:cNvSpPr>
          <p:nvPr>
            <p:ph type="title"/>
          </p:nvPr>
        </p:nvSpPr>
        <p:spPr>
          <a:xfrm>
            <a:off x="966788" y="225425"/>
            <a:ext cx="7850187" cy="576263"/>
          </a:xfrm>
        </p:spPr>
        <p:txBody>
          <a:bodyPr/>
          <a:lstStyle/>
          <a:p>
            <a:r>
              <a:rPr lang="en-US" altLang="en-US"/>
              <a:t>Examples of IPC Systems - POSIX</a:t>
            </a:r>
          </a:p>
        </p:txBody>
      </p:sp>
      <p:sp>
        <p:nvSpPr>
          <p:cNvPr id="96259" name="Content Placeholder 2">
            <a:extLst>
              <a:ext uri="{FF2B5EF4-FFF2-40B4-BE49-F238E27FC236}">
                <a16:creationId xmlns:a16="http://schemas.microsoft.com/office/drawing/2014/main" id="{97B56D75-D444-495A-8F21-29317312A895}"/>
              </a:ext>
            </a:extLst>
          </p:cNvPr>
          <p:cNvSpPr>
            <a:spLocks noGrp="1" noChangeArrowheads="1"/>
          </p:cNvSpPr>
          <p:nvPr>
            <p:ph idx="1"/>
          </p:nvPr>
        </p:nvSpPr>
        <p:spPr>
          <a:xfrm>
            <a:off x="911225" y="1233488"/>
            <a:ext cx="7577138" cy="4530725"/>
          </a:xfrm>
        </p:spPr>
        <p:txBody>
          <a:bodyPr/>
          <a:lstStyle/>
          <a:p>
            <a:r>
              <a:rPr lang="en-US" altLang="en-US" dirty="0"/>
              <a:t>POSIX Shared Memory</a:t>
            </a:r>
          </a:p>
          <a:p>
            <a:pPr lvl="1"/>
            <a:r>
              <a:rPr lang="en-US" altLang="en-US" dirty="0"/>
              <a:t>Process first creates shared memory segment</a:t>
            </a:r>
            <a:br>
              <a:rPr lang="en-US" altLang="en-US" dirty="0"/>
            </a:br>
            <a:r>
              <a:rPr lang="en-US" altLang="en-US" b="1" dirty="0" err="1">
                <a:latin typeface="Courier New" panose="02070309020205020404" pitchFamily="49" charset="0"/>
                <a:cs typeface="Courier New" panose="02070309020205020404" pitchFamily="49" charset="0"/>
              </a:rPr>
              <a:t>shm_fd</a:t>
            </a:r>
            <a:r>
              <a:rPr lang="en-US" altLang="en-US" b="1" dirty="0">
                <a:latin typeface="Courier New" panose="02070309020205020404" pitchFamily="49" charset="0"/>
                <a:cs typeface="Courier New" panose="02070309020205020404" pitchFamily="49" charset="0"/>
              </a:rPr>
              <a:t> = </a:t>
            </a:r>
            <a:r>
              <a:rPr lang="en-US" altLang="en-US" b="1" dirty="0" err="1">
                <a:latin typeface="Courier New" panose="02070309020205020404" pitchFamily="49" charset="0"/>
                <a:cs typeface="Courier New" panose="02070309020205020404" pitchFamily="49" charset="0"/>
              </a:rPr>
              <a:t>shm_open</a:t>
            </a:r>
            <a:r>
              <a:rPr lang="en-US" altLang="en-US" b="1" dirty="0">
                <a:latin typeface="Courier New" panose="02070309020205020404" pitchFamily="49" charset="0"/>
                <a:cs typeface="Courier New" panose="02070309020205020404" pitchFamily="49" charset="0"/>
              </a:rPr>
              <a:t>(name, O CREAT | O RDWR, 0666);</a:t>
            </a:r>
          </a:p>
          <a:p>
            <a:pPr lvl="1"/>
            <a:r>
              <a:rPr lang="en-US" altLang="en-US" dirty="0"/>
              <a:t>Also used to open an existing segment</a:t>
            </a:r>
          </a:p>
          <a:p>
            <a:pPr lvl="1"/>
            <a:r>
              <a:rPr lang="en-US" altLang="en-US" dirty="0"/>
              <a:t>Set the size of the object</a:t>
            </a:r>
          </a:p>
          <a:p>
            <a:pPr>
              <a:buFont typeface="Monotype Sorts" pitchFamily="-84" charset="2"/>
              <a:buNone/>
            </a:pPr>
            <a:r>
              <a:rPr lang="en-US" altLang="en-US" dirty="0"/>
              <a:t>	            </a:t>
            </a:r>
            <a:r>
              <a:rPr lang="en-US" altLang="en-US" b="1" dirty="0" err="1">
                <a:latin typeface="Courier New" panose="02070309020205020404" pitchFamily="49" charset="0"/>
              </a:rPr>
              <a:t>ftruncate</a:t>
            </a:r>
            <a:r>
              <a:rPr lang="en-US" altLang="en-US" b="1" dirty="0">
                <a:latin typeface="Courier New" panose="02070309020205020404" pitchFamily="49" charset="0"/>
              </a:rPr>
              <a:t>(</a:t>
            </a:r>
            <a:r>
              <a:rPr lang="en-US" altLang="en-US" b="1" dirty="0" err="1">
                <a:latin typeface="Courier New" panose="02070309020205020404" pitchFamily="49" charset="0"/>
              </a:rPr>
              <a:t>shm_fd</a:t>
            </a:r>
            <a:r>
              <a:rPr lang="en-US" altLang="en-US" b="1" dirty="0">
                <a:latin typeface="Courier New" panose="02070309020205020404" pitchFamily="49" charset="0"/>
              </a:rPr>
              <a:t>, 4096); </a:t>
            </a:r>
          </a:p>
          <a:p>
            <a:pPr lvl="1"/>
            <a:r>
              <a:rPr lang="en-US" altLang="en-US" dirty="0"/>
              <a:t>Use </a:t>
            </a:r>
            <a:r>
              <a:rPr lang="en-US" altLang="en-US" b="1" dirty="0" err="1">
                <a:latin typeface="Courier New" panose="02070309020205020404" pitchFamily="49" charset="0"/>
                <a:cs typeface="Courier New" panose="02070309020205020404" pitchFamily="49" charset="0"/>
              </a:rPr>
              <a:t>mmap</a:t>
            </a:r>
            <a:r>
              <a:rPr lang="en-US" altLang="en-US" b="1" dirty="0">
                <a:latin typeface="Courier New" panose="02070309020205020404" pitchFamily="49" charset="0"/>
                <a:cs typeface="Courier New" panose="02070309020205020404" pitchFamily="49" charset="0"/>
              </a:rPr>
              <a:t>() </a:t>
            </a:r>
            <a:r>
              <a:rPr lang="en-US" altLang="en-US" dirty="0"/>
              <a:t>to memory-map a file pointer to the shared memory object</a:t>
            </a:r>
          </a:p>
          <a:p>
            <a:pPr lvl="1"/>
            <a:r>
              <a:rPr lang="en-US" altLang="en-US" dirty="0"/>
              <a:t>Reading and writing to shared memory is done by using the pointer returned by </a:t>
            </a:r>
            <a:r>
              <a:rPr lang="en-US" altLang="en-US" b="1" dirty="0" err="1">
                <a:latin typeface="Courier New" panose="02070309020205020404" pitchFamily="49" charset="0"/>
                <a:cs typeface="Courier New" panose="02070309020205020404" pitchFamily="49" charset="0"/>
              </a:rPr>
              <a:t>mmap</a:t>
            </a:r>
            <a:r>
              <a:rPr lang="en-US" altLang="en-US" b="1" dirty="0">
                <a:latin typeface="Courier New" panose="02070309020205020404" pitchFamily="49" charset="0"/>
                <a:cs typeface="Courier New" panose="02070309020205020404" pitchFamily="49" charset="0"/>
              </a:rPr>
              <a:t>()</a:t>
            </a:r>
            <a:r>
              <a:rPr lang="en-US" altLang="en-US" dirty="0"/>
              <a:t>.</a:t>
            </a:r>
            <a:br>
              <a:rPr lang="en-US" altLang="en-US" dirty="0"/>
            </a:br>
            <a:br>
              <a:rPr lang="en-US" altLang="en-US" dirty="0"/>
            </a:br>
            <a:endParaRPr lang="en-US" altLang="en-US" b="1" dirty="0">
              <a:latin typeface="Courier New" panose="02070309020205020404" pitchFamily="49" charset="0"/>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8306" name="Title 1">
            <a:extLst>
              <a:ext uri="{FF2B5EF4-FFF2-40B4-BE49-F238E27FC236}">
                <a16:creationId xmlns:a16="http://schemas.microsoft.com/office/drawing/2014/main" id="{1C323C46-CF44-41D6-BAB1-2E6334C3801D}"/>
              </a:ext>
            </a:extLst>
          </p:cNvPr>
          <p:cNvSpPr>
            <a:spLocks noGrp="1" noChangeArrowheads="1"/>
          </p:cNvSpPr>
          <p:nvPr>
            <p:ph type="title"/>
          </p:nvPr>
        </p:nvSpPr>
        <p:spPr>
          <a:xfrm>
            <a:off x="936625" y="219075"/>
            <a:ext cx="7850188" cy="576263"/>
          </a:xfrm>
        </p:spPr>
        <p:txBody>
          <a:bodyPr/>
          <a:lstStyle/>
          <a:p>
            <a:r>
              <a:rPr lang="en-US" altLang="en-US"/>
              <a:t>IPC POSIX Producer</a:t>
            </a:r>
          </a:p>
        </p:txBody>
      </p:sp>
      <p:pic>
        <p:nvPicPr>
          <p:cNvPr id="98307" name="Picture 1" descr="Screen Shot 2013-03-14 at 6.46.57 PM.png">
            <a:extLst>
              <a:ext uri="{FF2B5EF4-FFF2-40B4-BE49-F238E27FC236}">
                <a16:creationId xmlns:a16="http://schemas.microsoft.com/office/drawing/2014/main" id="{61A9851A-030D-4A31-97DA-D34C1F0D85A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481263" y="903288"/>
            <a:ext cx="3754437" cy="5759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0354" name="Title 1">
            <a:extLst>
              <a:ext uri="{FF2B5EF4-FFF2-40B4-BE49-F238E27FC236}">
                <a16:creationId xmlns:a16="http://schemas.microsoft.com/office/drawing/2014/main" id="{72CAE47D-3817-440B-8694-F512695F8D49}"/>
              </a:ext>
            </a:extLst>
          </p:cNvPr>
          <p:cNvSpPr>
            <a:spLocks noGrp="1" noChangeArrowheads="1"/>
          </p:cNvSpPr>
          <p:nvPr>
            <p:ph type="title"/>
          </p:nvPr>
        </p:nvSpPr>
        <p:spPr>
          <a:xfrm>
            <a:off x="936625" y="233363"/>
            <a:ext cx="7850188" cy="576262"/>
          </a:xfrm>
        </p:spPr>
        <p:txBody>
          <a:bodyPr/>
          <a:lstStyle/>
          <a:p>
            <a:r>
              <a:rPr lang="en-US" altLang="en-US"/>
              <a:t>IPC POSIX Consumer</a:t>
            </a:r>
          </a:p>
        </p:txBody>
      </p:sp>
      <p:pic>
        <p:nvPicPr>
          <p:cNvPr id="100355" name="Picture 1" descr="Screen Shot 2013-03-12 at 1.38.41 PM.png">
            <a:extLst>
              <a:ext uri="{FF2B5EF4-FFF2-40B4-BE49-F238E27FC236}">
                <a16:creationId xmlns:a16="http://schemas.microsoft.com/office/drawing/2014/main" id="{0B653FB0-9968-4B72-95FF-0DAED2D5857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206625" y="892175"/>
            <a:ext cx="4521200" cy="5662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2402" name="Title 1">
            <a:extLst>
              <a:ext uri="{FF2B5EF4-FFF2-40B4-BE49-F238E27FC236}">
                <a16:creationId xmlns:a16="http://schemas.microsoft.com/office/drawing/2014/main" id="{35415C98-6AA0-438D-B9AC-E2E863863792}"/>
              </a:ext>
            </a:extLst>
          </p:cNvPr>
          <p:cNvSpPr>
            <a:spLocks noGrp="1" noChangeArrowheads="1"/>
          </p:cNvSpPr>
          <p:nvPr>
            <p:ph type="title"/>
          </p:nvPr>
        </p:nvSpPr>
        <p:spPr>
          <a:xfrm>
            <a:off x="1138238" y="170228"/>
            <a:ext cx="7548562" cy="576262"/>
          </a:xfrm>
        </p:spPr>
        <p:txBody>
          <a:bodyPr/>
          <a:lstStyle/>
          <a:p>
            <a:r>
              <a:rPr lang="en-US" altLang="en-US" dirty="0"/>
              <a:t>Examples of IPC Systems - Mach</a:t>
            </a:r>
          </a:p>
        </p:txBody>
      </p:sp>
      <p:sp>
        <p:nvSpPr>
          <p:cNvPr id="102403" name="Content Placeholder 2">
            <a:extLst>
              <a:ext uri="{FF2B5EF4-FFF2-40B4-BE49-F238E27FC236}">
                <a16:creationId xmlns:a16="http://schemas.microsoft.com/office/drawing/2014/main" id="{F7B5A04B-9E69-4538-9F47-9CD69C217C70}"/>
              </a:ext>
            </a:extLst>
          </p:cNvPr>
          <p:cNvSpPr>
            <a:spLocks noGrp="1" noChangeArrowheads="1"/>
          </p:cNvSpPr>
          <p:nvPr>
            <p:ph idx="1"/>
          </p:nvPr>
        </p:nvSpPr>
        <p:spPr>
          <a:xfrm>
            <a:off x="854075" y="1076325"/>
            <a:ext cx="7645400" cy="4530725"/>
          </a:xfrm>
        </p:spPr>
        <p:txBody>
          <a:bodyPr/>
          <a:lstStyle/>
          <a:p>
            <a:r>
              <a:rPr lang="en-US" altLang="en-US" dirty="0"/>
              <a:t>Mach communication is message based</a:t>
            </a:r>
          </a:p>
          <a:p>
            <a:pPr lvl="1"/>
            <a:r>
              <a:rPr lang="en-US" altLang="en-US" dirty="0"/>
              <a:t>Even system calls are messages</a:t>
            </a:r>
          </a:p>
          <a:p>
            <a:pPr lvl="1"/>
            <a:r>
              <a:rPr lang="en-US" altLang="en-US" dirty="0"/>
              <a:t>Each task gets two ports at creation  - Kernel and Notify</a:t>
            </a:r>
          </a:p>
          <a:p>
            <a:pPr lvl="1"/>
            <a:r>
              <a:rPr lang="en-US" altLang="en-US" dirty="0"/>
              <a:t>Messages are sent and received using the </a:t>
            </a:r>
            <a:r>
              <a:rPr lang="en-US" altLang="en-US" b="1" dirty="0" err="1">
                <a:latin typeface="Courier New" panose="02070309020205020404" pitchFamily="49" charset="0"/>
              </a:rPr>
              <a:t>mach_msg</a:t>
            </a:r>
            <a:r>
              <a:rPr lang="en-US" altLang="en-US" b="1" dirty="0">
                <a:latin typeface="Courier New" panose="02070309020205020404" pitchFamily="49" charset="0"/>
              </a:rPr>
              <a:t>() </a:t>
            </a:r>
            <a:r>
              <a:rPr lang="en-US" altLang="en-US" dirty="0"/>
              <a:t>function</a:t>
            </a:r>
          </a:p>
          <a:p>
            <a:pPr lvl="1"/>
            <a:r>
              <a:rPr lang="en-US" altLang="en-US" dirty="0"/>
              <a:t>Ports needed for communication, created via</a:t>
            </a:r>
          </a:p>
          <a:p>
            <a:pPr lvl="1">
              <a:buFont typeface="Monotype Sorts" pitchFamily="-84" charset="2"/>
              <a:buNone/>
            </a:pPr>
            <a:r>
              <a:rPr lang="en-US" altLang="en-US" b="1" dirty="0">
                <a:latin typeface="Courier New" panose="02070309020205020404" pitchFamily="49" charset="0"/>
              </a:rPr>
              <a:t>	      </a:t>
            </a:r>
            <a:r>
              <a:rPr lang="en-US" altLang="en-US" b="1" dirty="0" err="1">
                <a:latin typeface="Courier New" panose="02070309020205020404" pitchFamily="49" charset="0"/>
              </a:rPr>
              <a:t>mach_port_allocate</a:t>
            </a:r>
            <a:r>
              <a:rPr lang="en-US" altLang="en-US" b="1" dirty="0">
                <a:latin typeface="Courier New" panose="02070309020205020404" pitchFamily="49" charset="0"/>
              </a:rPr>
              <a:t>()</a:t>
            </a:r>
          </a:p>
          <a:p>
            <a:pPr lvl="1"/>
            <a:r>
              <a:rPr lang="en-US" altLang="en-US" dirty="0"/>
              <a:t>Send and receive are flexible; for example four options if mailbox full:</a:t>
            </a:r>
          </a:p>
          <a:p>
            <a:pPr lvl="2"/>
            <a:r>
              <a:rPr lang="en-US" altLang="en-US" dirty="0"/>
              <a:t>Wait indefinitely</a:t>
            </a:r>
          </a:p>
          <a:p>
            <a:pPr lvl="2"/>
            <a:r>
              <a:rPr lang="en-US" altLang="en-US" dirty="0"/>
              <a:t>Wait at most n milliseconds</a:t>
            </a:r>
          </a:p>
          <a:p>
            <a:pPr lvl="2"/>
            <a:r>
              <a:rPr lang="en-US" altLang="en-US" dirty="0"/>
              <a:t>Return immediately</a:t>
            </a:r>
          </a:p>
          <a:p>
            <a:pPr lvl="2"/>
            <a:r>
              <a:rPr lang="en-US" altLang="en-US" dirty="0"/>
              <a:t>Temporarily cache a message</a:t>
            </a:r>
          </a:p>
          <a:p>
            <a:pPr lvl="1"/>
            <a:endParaRPr lang="en-US" altLang="en-US" b="1" dirty="0">
              <a:latin typeface="Courier New" panose="02070309020205020404" pitchFamily="49" charset="0"/>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4450" name="Title 1">
            <a:extLst>
              <a:ext uri="{FF2B5EF4-FFF2-40B4-BE49-F238E27FC236}">
                <a16:creationId xmlns:a16="http://schemas.microsoft.com/office/drawing/2014/main" id="{17415A41-B77C-44C2-A3A9-F61E201A8AA4}"/>
              </a:ext>
            </a:extLst>
          </p:cNvPr>
          <p:cNvSpPr>
            <a:spLocks noGrp="1" noChangeArrowheads="1"/>
          </p:cNvSpPr>
          <p:nvPr>
            <p:ph type="title"/>
          </p:nvPr>
        </p:nvSpPr>
        <p:spPr/>
        <p:txBody>
          <a:bodyPr/>
          <a:lstStyle/>
          <a:p>
            <a:r>
              <a:rPr lang="en-US" altLang="en-US"/>
              <a:t>Mach Messages</a:t>
            </a:r>
          </a:p>
        </p:txBody>
      </p:sp>
      <p:sp>
        <p:nvSpPr>
          <p:cNvPr id="104451" name="Rectangle 2">
            <a:extLst>
              <a:ext uri="{FF2B5EF4-FFF2-40B4-BE49-F238E27FC236}">
                <a16:creationId xmlns:a16="http://schemas.microsoft.com/office/drawing/2014/main" id="{1448A0B1-912B-4A5D-AA68-2FA59417A42F}"/>
              </a:ext>
            </a:extLst>
          </p:cNvPr>
          <p:cNvSpPr>
            <a:spLocks noChangeArrowheads="1"/>
          </p:cNvSpPr>
          <p:nvPr/>
        </p:nvSpPr>
        <p:spPr bwMode="auto">
          <a:xfrm>
            <a:off x="2286000" y="2551113"/>
            <a:ext cx="4572000" cy="2862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110000"/>
              <a:buFont typeface="Wingdings" panose="05000000000000000000" pitchFamily="2" charset="2"/>
              <a:buChar char="§"/>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110000"/>
              <a:buFont typeface="Arial" panose="020B0604020202020204" pitchFamily="34" charset="0"/>
              <a:buChar char="•"/>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spcBef>
                <a:spcPct val="0"/>
              </a:spcBef>
              <a:buClrTx/>
              <a:buSzTx/>
              <a:buFontTx/>
              <a:buNone/>
            </a:pPr>
            <a:r>
              <a:rPr kumimoji="0" lang="en-US" altLang="en-US" b="1">
                <a:latin typeface="Courier New" panose="02070309020205020404" pitchFamily="49" charset="0"/>
              </a:rPr>
              <a:t>#include&lt;mach/mach.h&gt; </a:t>
            </a:r>
          </a:p>
          <a:p>
            <a:pPr>
              <a:spcBef>
                <a:spcPct val="0"/>
              </a:spcBef>
              <a:buClrTx/>
              <a:buSzTx/>
              <a:buFontTx/>
              <a:buNone/>
            </a:pPr>
            <a:endParaRPr kumimoji="0" lang="en-US" altLang="en-US" b="1">
              <a:latin typeface="Courier New" panose="02070309020205020404" pitchFamily="49" charset="0"/>
            </a:endParaRPr>
          </a:p>
          <a:p>
            <a:pPr>
              <a:spcBef>
                <a:spcPct val="0"/>
              </a:spcBef>
              <a:buClrTx/>
              <a:buSzTx/>
              <a:buFontTx/>
              <a:buNone/>
            </a:pPr>
            <a:r>
              <a:rPr kumimoji="0" lang="en-US" altLang="en-US" b="1">
                <a:latin typeface="Courier New" panose="02070309020205020404" pitchFamily="49" charset="0"/>
              </a:rPr>
              <a:t>struct message </a:t>
            </a:r>
            <a:r>
              <a:rPr kumimoji="0" lang="en-US" altLang="en-US" sz="1400" b="1">
                <a:latin typeface="Courier New" panose="02070309020205020404" pitchFamily="49" charset="0"/>
              </a:rPr>
              <a:t>{</a:t>
            </a:r>
            <a:br>
              <a:rPr kumimoji="0" lang="en-US" altLang="en-US" sz="1400" b="1">
                <a:latin typeface="Courier New" panose="02070309020205020404" pitchFamily="49" charset="0"/>
              </a:rPr>
            </a:br>
            <a:r>
              <a:rPr kumimoji="0" lang="en-US" altLang="en-US" sz="1400" b="1">
                <a:latin typeface="Courier New" panose="02070309020205020404" pitchFamily="49" charset="0"/>
              </a:rPr>
              <a:t>	</a:t>
            </a:r>
            <a:r>
              <a:rPr kumimoji="0" lang="en-US" altLang="en-US" b="1">
                <a:latin typeface="Courier New" panose="02070309020205020404" pitchFamily="49" charset="0"/>
              </a:rPr>
              <a:t>mach_msg_header_t header; </a:t>
            </a:r>
          </a:p>
          <a:p>
            <a:pPr>
              <a:spcBef>
                <a:spcPct val="0"/>
              </a:spcBef>
              <a:buClrTx/>
              <a:buSzTx/>
              <a:buFontTx/>
              <a:buNone/>
            </a:pPr>
            <a:r>
              <a:rPr kumimoji="0" lang="en-US" altLang="en-US" b="1">
                <a:latin typeface="Courier New" panose="02070309020205020404" pitchFamily="49" charset="0"/>
              </a:rPr>
              <a:t>	int data; </a:t>
            </a:r>
          </a:p>
          <a:p>
            <a:pPr>
              <a:spcBef>
                <a:spcPct val="0"/>
              </a:spcBef>
              <a:buClrTx/>
              <a:buSzTx/>
              <a:buFontTx/>
              <a:buNone/>
            </a:pPr>
            <a:r>
              <a:rPr kumimoji="0" lang="en-US" altLang="en-US" sz="1400" b="1">
                <a:latin typeface="Courier New" panose="02070309020205020404" pitchFamily="49" charset="0"/>
              </a:rPr>
              <a:t>}</a:t>
            </a:r>
            <a:r>
              <a:rPr kumimoji="0" lang="en-US" altLang="en-US" b="1">
                <a:latin typeface="Courier New" panose="02070309020205020404" pitchFamily="49" charset="0"/>
              </a:rPr>
              <a:t>;</a:t>
            </a:r>
            <a:br>
              <a:rPr kumimoji="0" lang="en-US" altLang="en-US" b="1">
                <a:latin typeface="Courier New" panose="02070309020205020404" pitchFamily="49" charset="0"/>
              </a:rPr>
            </a:br>
            <a:br>
              <a:rPr kumimoji="0" lang="en-US" altLang="en-US" b="1">
                <a:latin typeface="Courier New" panose="02070309020205020404" pitchFamily="49" charset="0"/>
              </a:rPr>
            </a:br>
            <a:r>
              <a:rPr kumimoji="0" lang="en-US" altLang="en-US" b="1">
                <a:latin typeface="Courier New" panose="02070309020205020404" pitchFamily="49" charset="0"/>
              </a:rPr>
              <a:t>mach port t client; </a:t>
            </a:r>
          </a:p>
          <a:p>
            <a:pPr>
              <a:spcBef>
                <a:spcPct val="0"/>
              </a:spcBef>
              <a:buClrTx/>
              <a:buSzTx/>
              <a:buFontTx/>
              <a:buNone/>
            </a:pPr>
            <a:r>
              <a:rPr kumimoji="0" lang="en-US" altLang="en-US" b="1">
                <a:latin typeface="Courier New" panose="02070309020205020404" pitchFamily="49" charset="0"/>
              </a:rPr>
              <a:t>mach port t server;</a:t>
            </a:r>
            <a:br>
              <a:rPr kumimoji="0" lang="en-US" altLang="en-US" b="1">
                <a:latin typeface="Courier New" panose="02070309020205020404" pitchFamily="49" charset="0"/>
              </a:rPr>
            </a:br>
            <a:endParaRPr kumimoji="0" lang="en-US" altLang="en-US" b="1">
              <a:latin typeface="Courier New" panose="02070309020205020404" pitchFamily="49" charset="0"/>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5474" name="Title 1">
            <a:extLst>
              <a:ext uri="{FF2B5EF4-FFF2-40B4-BE49-F238E27FC236}">
                <a16:creationId xmlns:a16="http://schemas.microsoft.com/office/drawing/2014/main" id="{BAB29CD7-9B87-4A97-899F-BD574BE8EF22}"/>
              </a:ext>
            </a:extLst>
          </p:cNvPr>
          <p:cNvSpPr>
            <a:spLocks noGrp="1" noChangeArrowheads="1"/>
          </p:cNvSpPr>
          <p:nvPr>
            <p:ph type="title"/>
          </p:nvPr>
        </p:nvSpPr>
        <p:spPr>
          <a:xfrm>
            <a:off x="895350" y="225425"/>
            <a:ext cx="7639050" cy="576263"/>
          </a:xfrm>
        </p:spPr>
        <p:txBody>
          <a:bodyPr/>
          <a:lstStyle/>
          <a:p>
            <a:r>
              <a:rPr lang="en-US" altLang="en-US"/>
              <a:t>Mach Message Passing - Client</a:t>
            </a:r>
          </a:p>
        </p:txBody>
      </p:sp>
      <p:pic>
        <p:nvPicPr>
          <p:cNvPr id="105475" name="Picture 2">
            <a:extLst>
              <a:ext uri="{FF2B5EF4-FFF2-40B4-BE49-F238E27FC236}">
                <a16:creationId xmlns:a16="http://schemas.microsoft.com/office/drawing/2014/main" id="{14AE9FBD-1D09-463A-8495-50DD2E8C51FE}"/>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231900" y="1143000"/>
            <a:ext cx="6667500" cy="4559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6498" name="Title 1">
            <a:extLst>
              <a:ext uri="{FF2B5EF4-FFF2-40B4-BE49-F238E27FC236}">
                <a16:creationId xmlns:a16="http://schemas.microsoft.com/office/drawing/2014/main" id="{3CD3F126-E414-445F-91C4-4B40C1B1511E}"/>
              </a:ext>
            </a:extLst>
          </p:cNvPr>
          <p:cNvSpPr>
            <a:spLocks noGrp="1" noChangeArrowheads="1"/>
          </p:cNvSpPr>
          <p:nvPr>
            <p:ph type="title"/>
          </p:nvPr>
        </p:nvSpPr>
        <p:spPr>
          <a:xfrm>
            <a:off x="1008063" y="225425"/>
            <a:ext cx="7526337" cy="576263"/>
          </a:xfrm>
        </p:spPr>
        <p:txBody>
          <a:bodyPr/>
          <a:lstStyle/>
          <a:p>
            <a:r>
              <a:rPr lang="en-US" altLang="en-US"/>
              <a:t>Mach Message Passing - Server</a:t>
            </a:r>
          </a:p>
        </p:txBody>
      </p:sp>
      <p:pic>
        <p:nvPicPr>
          <p:cNvPr id="106499" name="Picture 2">
            <a:extLst>
              <a:ext uri="{FF2B5EF4-FFF2-40B4-BE49-F238E27FC236}">
                <a16:creationId xmlns:a16="http://schemas.microsoft.com/office/drawing/2014/main" id="{1E944D3E-85FF-4626-840A-0177C14FA699}"/>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319213" y="1633538"/>
            <a:ext cx="6997700" cy="322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7522" name="Title 1">
            <a:extLst>
              <a:ext uri="{FF2B5EF4-FFF2-40B4-BE49-F238E27FC236}">
                <a16:creationId xmlns:a16="http://schemas.microsoft.com/office/drawing/2014/main" id="{9AA84AD8-45BC-496F-93D4-85BB20F8DC08}"/>
              </a:ext>
            </a:extLst>
          </p:cNvPr>
          <p:cNvSpPr>
            <a:spLocks noGrp="1" noChangeArrowheads="1"/>
          </p:cNvSpPr>
          <p:nvPr>
            <p:ph type="title"/>
          </p:nvPr>
        </p:nvSpPr>
        <p:spPr>
          <a:xfrm>
            <a:off x="959603" y="170670"/>
            <a:ext cx="8229600" cy="576263"/>
          </a:xfrm>
        </p:spPr>
        <p:txBody>
          <a:bodyPr/>
          <a:lstStyle/>
          <a:p>
            <a:r>
              <a:rPr lang="en-US" altLang="en-US" dirty="0"/>
              <a:t>Examples of IPC Systems – Windows</a:t>
            </a:r>
          </a:p>
        </p:txBody>
      </p:sp>
      <p:sp>
        <p:nvSpPr>
          <p:cNvPr id="107523" name="Content Placeholder 2">
            <a:extLst>
              <a:ext uri="{FF2B5EF4-FFF2-40B4-BE49-F238E27FC236}">
                <a16:creationId xmlns:a16="http://schemas.microsoft.com/office/drawing/2014/main" id="{31766832-DFC8-4A86-A2CF-46CA4D6FAF7B}"/>
              </a:ext>
            </a:extLst>
          </p:cNvPr>
          <p:cNvSpPr>
            <a:spLocks noGrp="1" noChangeArrowheads="1"/>
          </p:cNvSpPr>
          <p:nvPr>
            <p:ph idx="1"/>
          </p:nvPr>
        </p:nvSpPr>
        <p:spPr>
          <a:xfrm>
            <a:off x="869950" y="1154113"/>
            <a:ext cx="6950075" cy="4530725"/>
          </a:xfrm>
        </p:spPr>
        <p:txBody>
          <a:bodyPr/>
          <a:lstStyle/>
          <a:p>
            <a:r>
              <a:rPr lang="en-US" altLang="en-US" dirty="0"/>
              <a:t>Message-passing centric via </a:t>
            </a:r>
            <a:r>
              <a:rPr lang="en-US" altLang="en-US" b="1" dirty="0">
                <a:solidFill>
                  <a:srgbClr val="006699"/>
                </a:solidFill>
                <a:latin typeface="+mj-lt"/>
              </a:rPr>
              <a:t>advanced</a:t>
            </a:r>
            <a:r>
              <a:rPr lang="en-US" altLang="en-US" b="1" dirty="0">
                <a:solidFill>
                  <a:srgbClr val="0000FF"/>
                </a:solidFill>
              </a:rPr>
              <a:t> </a:t>
            </a:r>
            <a:r>
              <a:rPr lang="en-US" altLang="en-US" b="1" dirty="0">
                <a:solidFill>
                  <a:srgbClr val="006699"/>
                </a:solidFill>
                <a:latin typeface="+mj-lt"/>
              </a:rPr>
              <a:t>local</a:t>
            </a:r>
            <a:r>
              <a:rPr lang="en-US" altLang="en-US" b="1" dirty="0">
                <a:solidFill>
                  <a:srgbClr val="0000FF"/>
                </a:solidFill>
              </a:rPr>
              <a:t> </a:t>
            </a:r>
            <a:r>
              <a:rPr lang="en-US" altLang="en-US" b="1" dirty="0">
                <a:solidFill>
                  <a:srgbClr val="006699"/>
                </a:solidFill>
                <a:latin typeface="+mj-lt"/>
              </a:rPr>
              <a:t>procedure</a:t>
            </a:r>
            <a:r>
              <a:rPr lang="en-US" altLang="en-US" b="1" dirty="0">
                <a:solidFill>
                  <a:srgbClr val="0000FF"/>
                </a:solidFill>
              </a:rPr>
              <a:t> </a:t>
            </a:r>
            <a:r>
              <a:rPr lang="en-US" altLang="en-US" b="1" dirty="0">
                <a:solidFill>
                  <a:srgbClr val="006699"/>
                </a:solidFill>
                <a:latin typeface="+mj-lt"/>
              </a:rPr>
              <a:t>call</a:t>
            </a:r>
            <a:r>
              <a:rPr lang="en-US" altLang="en-US" b="1" dirty="0">
                <a:solidFill>
                  <a:srgbClr val="0000FF"/>
                </a:solidFill>
              </a:rPr>
              <a:t> </a:t>
            </a:r>
            <a:r>
              <a:rPr lang="en-US" altLang="en-US" b="1" dirty="0">
                <a:solidFill>
                  <a:srgbClr val="000000"/>
                </a:solidFill>
              </a:rPr>
              <a:t>(</a:t>
            </a:r>
            <a:r>
              <a:rPr lang="en-US" altLang="en-US" b="1" dirty="0">
                <a:solidFill>
                  <a:srgbClr val="006699"/>
                </a:solidFill>
                <a:latin typeface="+mj-lt"/>
              </a:rPr>
              <a:t>LPC</a:t>
            </a:r>
            <a:r>
              <a:rPr lang="en-US" altLang="en-US" b="1" dirty="0">
                <a:solidFill>
                  <a:srgbClr val="000000"/>
                </a:solidFill>
              </a:rPr>
              <a:t>)</a:t>
            </a:r>
            <a:r>
              <a:rPr lang="en-US" altLang="en-US" dirty="0"/>
              <a:t> facility</a:t>
            </a:r>
          </a:p>
          <a:p>
            <a:pPr lvl="1"/>
            <a:r>
              <a:rPr lang="en-US" altLang="en-US" dirty="0"/>
              <a:t>Only works between processes on the same system</a:t>
            </a:r>
          </a:p>
          <a:p>
            <a:pPr lvl="1"/>
            <a:r>
              <a:rPr lang="en-US" altLang="en-US" dirty="0"/>
              <a:t>Uses ports (like mailboxes) to establish and maintain communication channels</a:t>
            </a:r>
          </a:p>
          <a:p>
            <a:pPr lvl="1"/>
            <a:r>
              <a:rPr lang="en-US" altLang="en-US" dirty="0"/>
              <a:t>Communication works as follows:</a:t>
            </a:r>
          </a:p>
          <a:p>
            <a:pPr lvl="2"/>
            <a:r>
              <a:rPr lang="en-US" altLang="en-US" dirty="0"/>
              <a:t>The client opens a handle to the subsystem’</a:t>
            </a:r>
            <a:r>
              <a:rPr lang="en-US" altLang="ja-JP" dirty="0"/>
              <a:t>s </a:t>
            </a:r>
            <a:r>
              <a:rPr lang="en-US" altLang="ja-JP" b="1" dirty="0">
                <a:solidFill>
                  <a:srgbClr val="006699"/>
                </a:solidFill>
                <a:latin typeface="+mj-lt"/>
              </a:rPr>
              <a:t>connection</a:t>
            </a:r>
            <a:r>
              <a:rPr lang="en-US" altLang="ja-JP" b="1" dirty="0">
                <a:solidFill>
                  <a:srgbClr val="0000FF"/>
                </a:solidFill>
              </a:rPr>
              <a:t> </a:t>
            </a:r>
            <a:r>
              <a:rPr lang="en-US" altLang="ja-JP" b="1" dirty="0">
                <a:solidFill>
                  <a:srgbClr val="006699"/>
                </a:solidFill>
                <a:latin typeface="+mj-lt"/>
              </a:rPr>
              <a:t>port</a:t>
            </a:r>
            <a:r>
              <a:rPr lang="en-US" altLang="ja-JP" dirty="0"/>
              <a:t> object.</a:t>
            </a:r>
          </a:p>
          <a:p>
            <a:pPr lvl="2"/>
            <a:r>
              <a:rPr lang="en-US" altLang="en-US" dirty="0"/>
              <a:t>The client sends a connection request.</a:t>
            </a:r>
          </a:p>
          <a:p>
            <a:pPr lvl="2"/>
            <a:r>
              <a:rPr lang="en-US" altLang="en-US" dirty="0"/>
              <a:t>The server creates two private </a:t>
            </a:r>
            <a:r>
              <a:rPr lang="en-US" altLang="en-US" b="1" dirty="0">
                <a:solidFill>
                  <a:srgbClr val="006699"/>
                </a:solidFill>
                <a:latin typeface="+mj-lt"/>
              </a:rPr>
              <a:t>communication</a:t>
            </a:r>
            <a:r>
              <a:rPr lang="en-US" altLang="en-US" b="1" dirty="0">
                <a:solidFill>
                  <a:srgbClr val="0000FF"/>
                </a:solidFill>
              </a:rPr>
              <a:t> </a:t>
            </a:r>
            <a:r>
              <a:rPr lang="en-US" altLang="en-US" b="1" dirty="0">
                <a:solidFill>
                  <a:srgbClr val="006699"/>
                </a:solidFill>
                <a:latin typeface="+mj-lt"/>
              </a:rPr>
              <a:t>ports</a:t>
            </a:r>
            <a:r>
              <a:rPr lang="en-US" altLang="en-US" b="1" dirty="0">
                <a:solidFill>
                  <a:srgbClr val="0000FF"/>
                </a:solidFill>
              </a:rPr>
              <a:t> </a:t>
            </a:r>
            <a:r>
              <a:rPr lang="en-US" altLang="en-US" dirty="0"/>
              <a:t>and returns the handle to one of them to the client.</a:t>
            </a:r>
          </a:p>
          <a:p>
            <a:pPr lvl="2"/>
            <a:r>
              <a:rPr lang="en-US" altLang="en-US" dirty="0"/>
              <a:t>The client and server use the corresponding port handle to send messages or callbacks and to listen for replies.</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9570" name="Title 1">
            <a:extLst>
              <a:ext uri="{FF2B5EF4-FFF2-40B4-BE49-F238E27FC236}">
                <a16:creationId xmlns:a16="http://schemas.microsoft.com/office/drawing/2014/main" id="{1870AEF7-4CF4-41BC-81BB-29CC7F55AB70}"/>
              </a:ext>
            </a:extLst>
          </p:cNvPr>
          <p:cNvSpPr>
            <a:spLocks noGrp="1" noChangeArrowheads="1"/>
          </p:cNvSpPr>
          <p:nvPr>
            <p:ph type="title"/>
          </p:nvPr>
        </p:nvSpPr>
        <p:spPr>
          <a:xfrm>
            <a:off x="1025525" y="228600"/>
            <a:ext cx="7810500" cy="576263"/>
          </a:xfrm>
        </p:spPr>
        <p:txBody>
          <a:bodyPr/>
          <a:lstStyle/>
          <a:p>
            <a:r>
              <a:rPr lang="en-US" altLang="en-US"/>
              <a:t>Local Procedure Calls in Windows</a:t>
            </a:r>
          </a:p>
        </p:txBody>
      </p:sp>
      <p:pic>
        <p:nvPicPr>
          <p:cNvPr id="109571" name="Picture 1">
            <a:extLst>
              <a:ext uri="{FF2B5EF4-FFF2-40B4-BE49-F238E27FC236}">
                <a16:creationId xmlns:a16="http://schemas.microsoft.com/office/drawing/2014/main" id="{0D6084EA-7656-42CC-8EAC-D97ED13454D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446213" y="1820863"/>
            <a:ext cx="6889750" cy="3543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a:extLst>
              <a:ext uri="{FF2B5EF4-FFF2-40B4-BE49-F238E27FC236}">
                <a16:creationId xmlns:a16="http://schemas.microsoft.com/office/drawing/2014/main" id="{C25BF9C1-AE04-4A77-B3E6-FD94636BD87D}"/>
              </a:ext>
            </a:extLst>
          </p:cNvPr>
          <p:cNvSpPr>
            <a:spLocks noGrp="1" noChangeArrowheads="1"/>
          </p:cNvSpPr>
          <p:nvPr>
            <p:ph type="title"/>
          </p:nvPr>
        </p:nvSpPr>
        <p:spPr>
          <a:xfrm>
            <a:off x="457200" y="166168"/>
            <a:ext cx="8229600" cy="576262"/>
          </a:xfrm>
        </p:spPr>
        <p:txBody>
          <a:bodyPr/>
          <a:lstStyle/>
          <a:p>
            <a:pPr eaLnBrk="1" hangingPunct="1"/>
            <a:r>
              <a:rPr lang="en-US" altLang="en-US" dirty="0"/>
              <a:t>Pipes</a:t>
            </a:r>
          </a:p>
        </p:txBody>
      </p:sp>
      <p:sp>
        <p:nvSpPr>
          <p:cNvPr id="111619" name="Rectangle 3">
            <a:extLst>
              <a:ext uri="{FF2B5EF4-FFF2-40B4-BE49-F238E27FC236}">
                <a16:creationId xmlns:a16="http://schemas.microsoft.com/office/drawing/2014/main" id="{2C682366-2987-469E-AF71-AD20FF741E0E}"/>
              </a:ext>
            </a:extLst>
          </p:cNvPr>
          <p:cNvSpPr>
            <a:spLocks noGrp="1" noChangeArrowheads="1"/>
          </p:cNvSpPr>
          <p:nvPr>
            <p:ph type="body" idx="1"/>
          </p:nvPr>
        </p:nvSpPr>
        <p:spPr>
          <a:xfrm>
            <a:off x="874713" y="1154113"/>
            <a:ext cx="7588250" cy="4530725"/>
          </a:xfrm>
        </p:spPr>
        <p:txBody>
          <a:bodyPr/>
          <a:lstStyle/>
          <a:p>
            <a:r>
              <a:rPr lang="en-US" altLang="en-US" dirty="0"/>
              <a:t>Acts as a channel allowing two processes to communicate</a:t>
            </a:r>
          </a:p>
          <a:p>
            <a:r>
              <a:rPr lang="en-US" altLang="en-US" dirty="0"/>
              <a:t>Issues:</a:t>
            </a:r>
          </a:p>
          <a:p>
            <a:pPr lvl="1"/>
            <a:r>
              <a:rPr lang="en-US" altLang="en-US" dirty="0"/>
              <a:t>Is communication unidirectional or bidirectional?</a:t>
            </a:r>
          </a:p>
          <a:p>
            <a:pPr lvl="1"/>
            <a:r>
              <a:rPr lang="en-US" altLang="en-US" dirty="0"/>
              <a:t>In the case of two-way communication, is it half or full-duplex?</a:t>
            </a:r>
          </a:p>
          <a:p>
            <a:pPr lvl="1"/>
            <a:r>
              <a:rPr lang="en-US" altLang="en-US" dirty="0"/>
              <a:t>Must there exist a relationship (i.e., </a:t>
            </a:r>
            <a:r>
              <a:rPr lang="en-US" altLang="en-US" b="1" i="1" dirty="0"/>
              <a:t>parent-child</a:t>
            </a:r>
            <a:r>
              <a:rPr lang="en-US" altLang="en-US" dirty="0"/>
              <a:t>) between the communicating processes?</a:t>
            </a:r>
          </a:p>
          <a:p>
            <a:pPr lvl="1"/>
            <a:r>
              <a:rPr lang="en-US" altLang="en-US" dirty="0"/>
              <a:t>Can the pipes be used over a network?</a:t>
            </a:r>
          </a:p>
          <a:p>
            <a:r>
              <a:rPr lang="en-US" altLang="en-US" b="1" dirty="0"/>
              <a:t>Ordinary pipes </a:t>
            </a:r>
            <a:r>
              <a:rPr lang="en-US" altLang="en-US" dirty="0"/>
              <a:t>– cannot be accessed  from outside the process that created it. Typically, a parent process creates a pipe and uses it to communicate with a child process that it created. </a:t>
            </a:r>
          </a:p>
          <a:p>
            <a:r>
              <a:rPr lang="en-US" altLang="en-US" b="1" dirty="0"/>
              <a:t>Named pipes </a:t>
            </a:r>
            <a:r>
              <a:rPr lang="en-US" altLang="en-US" dirty="0"/>
              <a:t>– can be accessed without a parent-child relationship.</a:t>
            </a:r>
          </a:p>
          <a:p>
            <a:pPr>
              <a:buFont typeface="Monotype Sorts" pitchFamily="-84" charset="2"/>
              <a:buNone/>
            </a:pPr>
            <a:endParaRPr lang="en-US" altLang="en-US" dirty="0"/>
          </a:p>
          <a:p>
            <a:pPr lvl="1"/>
            <a:endParaRPr lang="en-US" altLang="en-US"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Title 6">
            <a:extLst>
              <a:ext uri="{FF2B5EF4-FFF2-40B4-BE49-F238E27FC236}">
                <a16:creationId xmlns:a16="http://schemas.microsoft.com/office/drawing/2014/main" id="{39BA9E19-E982-409D-855A-7A7246EB3567}"/>
              </a:ext>
            </a:extLst>
          </p:cNvPr>
          <p:cNvSpPr>
            <a:spLocks noGrp="1" noChangeArrowheads="1"/>
          </p:cNvSpPr>
          <p:nvPr>
            <p:ph type="title"/>
          </p:nvPr>
        </p:nvSpPr>
        <p:spPr>
          <a:xfrm>
            <a:off x="457200" y="163878"/>
            <a:ext cx="8229600" cy="576262"/>
          </a:xfrm>
        </p:spPr>
        <p:txBody>
          <a:bodyPr/>
          <a:lstStyle/>
          <a:p>
            <a:r>
              <a:rPr lang="en-US" altLang="en-US" dirty="0"/>
              <a:t>Ordinary Pipes</a:t>
            </a:r>
          </a:p>
        </p:txBody>
      </p:sp>
      <p:sp>
        <p:nvSpPr>
          <p:cNvPr id="113667" name="Content Placeholder 7">
            <a:extLst>
              <a:ext uri="{FF2B5EF4-FFF2-40B4-BE49-F238E27FC236}">
                <a16:creationId xmlns:a16="http://schemas.microsoft.com/office/drawing/2014/main" id="{F5BD8B2E-EBB3-49C3-9C8D-A24250F5057E}"/>
              </a:ext>
            </a:extLst>
          </p:cNvPr>
          <p:cNvSpPr>
            <a:spLocks noGrp="1" noChangeArrowheads="1"/>
          </p:cNvSpPr>
          <p:nvPr>
            <p:ph idx="1"/>
          </p:nvPr>
        </p:nvSpPr>
        <p:spPr>
          <a:xfrm>
            <a:off x="868363" y="1138238"/>
            <a:ext cx="7537450" cy="4930775"/>
          </a:xfrm>
        </p:spPr>
        <p:txBody>
          <a:bodyPr/>
          <a:lstStyle/>
          <a:p>
            <a:r>
              <a:rPr lang="en-US" altLang="en-US" dirty="0"/>
              <a:t>Ordinary Pipes</a:t>
            </a:r>
            <a:r>
              <a:rPr lang="en-US" altLang="en-US" b="1" dirty="0"/>
              <a:t> </a:t>
            </a:r>
            <a:r>
              <a:rPr lang="en-US" altLang="en-US" dirty="0"/>
              <a:t>allow communication in standard producer-consumer style</a:t>
            </a:r>
          </a:p>
          <a:p>
            <a:r>
              <a:rPr lang="en-US" altLang="en-US" dirty="0"/>
              <a:t>Producer writes to one end (the </a:t>
            </a:r>
            <a:r>
              <a:rPr lang="en-US" altLang="en-US" b="1" dirty="0">
                <a:solidFill>
                  <a:srgbClr val="006699"/>
                </a:solidFill>
                <a:latin typeface="+mj-lt"/>
              </a:rPr>
              <a:t>write-end</a:t>
            </a:r>
            <a:r>
              <a:rPr lang="en-US" altLang="en-US" b="1" dirty="0">
                <a:solidFill>
                  <a:srgbClr val="0000FF"/>
                </a:solidFill>
              </a:rPr>
              <a:t> </a:t>
            </a:r>
            <a:r>
              <a:rPr lang="en-US" altLang="en-US" dirty="0"/>
              <a:t>of the pipe)</a:t>
            </a:r>
          </a:p>
          <a:p>
            <a:r>
              <a:rPr lang="en-US" altLang="en-US" dirty="0"/>
              <a:t>Consumer reads from the other end (the </a:t>
            </a:r>
            <a:r>
              <a:rPr lang="en-US" altLang="en-US" b="1" dirty="0">
                <a:solidFill>
                  <a:srgbClr val="006699"/>
                </a:solidFill>
                <a:latin typeface="+mj-lt"/>
              </a:rPr>
              <a:t>read-end</a:t>
            </a:r>
            <a:r>
              <a:rPr lang="en-US" altLang="en-US" i="1" dirty="0"/>
              <a:t> </a:t>
            </a:r>
            <a:r>
              <a:rPr lang="en-US" altLang="en-US" dirty="0"/>
              <a:t>of the pipe)</a:t>
            </a:r>
          </a:p>
          <a:p>
            <a:r>
              <a:rPr lang="en-US" altLang="en-US" dirty="0"/>
              <a:t>Ordinary pipes are therefore unidirectional</a:t>
            </a:r>
          </a:p>
          <a:p>
            <a:r>
              <a:rPr lang="en-US" altLang="en-US" dirty="0"/>
              <a:t>Require parent-child relationship between communicating processes</a:t>
            </a:r>
          </a:p>
          <a:p>
            <a:pPr>
              <a:buFont typeface="Monotype Sorts" pitchFamily="-84" charset="2"/>
              <a:buNone/>
            </a:pPr>
            <a:endParaRPr lang="en-US" altLang="en-US" dirty="0"/>
          </a:p>
          <a:p>
            <a:endParaRPr lang="en-US" altLang="en-US" dirty="0"/>
          </a:p>
          <a:p>
            <a:endParaRPr lang="en-US" altLang="en-US" dirty="0"/>
          </a:p>
          <a:p>
            <a:endParaRPr lang="en-US" altLang="en-US" dirty="0"/>
          </a:p>
          <a:p>
            <a:pPr>
              <a:buFont typeface="Monotype Sorts" pitchFamily="-84" charset="2"/>
              <a:buNone/>
            </a:pPr>
            <a:endParaRPr lang="en-US" altLang="en-US" dirty="0"/>
          </a:p>
          <a:p>
            <a:pPr>
              <a:buFont typeface="Monotype Sorts" pitchFamily="-84" charset="2"/>
              <a:buNone/>
            </a:pPr>
            <a:endParaRPr lang="en-US" altLang="en-US" sz="800" dirty="0"/>
          </a:p>
          <a:p>
            <a:r>
              <a:rPr lang="en-US" altLang="en-US" dirty="0"/>
              <a:t>Windows calls these </a:t>
            </a:r>
            <a:r>
              <a:rPr lang="en-US" altLang="en-US" b="1" dirty="0">
                <a:solidFill>
                  <a:srgbClr val="006699"/>
                </a:solidFill>
                <a:latin typeface="+mj-lt"/>
              </a:rPr>
              <a:t>anonymous</a:t>
            </a:r>
            <a:r>
              <a:rPr lang="en-US" altLang="en-US" b="1" dirty="0">
                <a:solidFill>
                  <a:srgbClr val="0000FF"/>
                </a:solidFill>
              </a:rPr>
              <a:t> </a:t>
            </a:r>
            <a:r>
              <a:rPr lang="en-US" altLang="en-US" b="1" dirty="0">
                <a:solidFill>
                  <a:srgbClr val="006699"/>
                </a:solidFill>
                <a:latin typeface="+mj-lt"/>
              </a:rPr>
              <a:t>pipes</a:t>
            </a:r>
          </a:p>
        </p:txBody>
      </p:sp>
      <p:pic>
        <p:nvPicPr>
          <p:cNvPr id="113668" name="Picture 1">
            <a:extLst>
              <a:ext uri="{FF2B5EF4-FFF2-40B4-BE49-F238E27FC236}">
                <a16:creationId xmlns:a16="http://schemas.microsoft.com/office/drawing/2014/main" id="{7F3119A2-4C8F-4927-A524-86ABC2A54F64}"/>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627313" y="3530600"/>
            <a:ext cx="3889375"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Title 6">
            <a:extLst>
              <a:ext uri="{FF2B5EF4-FFF2-40B4-BE49-F238E27FC236}">
                <a16:creationId xmlns:a16="http://schemas.microsoft.com/office/drawing/2014/main" id="{F46E3781-78DE-4BB1-BE01-A0E3071BAB52}"/>
              </a:ext>
            </a:extLst>
          </p:cNvPr>
          <p:cNvSpPr>
            <a:spLocks noGrp="1" noChangeArrowheads="1"/>
          </p:cNvSpPr>
          <p:nvPr>
            <p:ph type="title"/>
          </p:nvPr>
        </p:nvSpPr>
        <p:spPr>
          <a:xfrm>
            <a:off x="473075" y="217488"/>
            <a:ext cx="8229600" cy="576262"/>
          </a:xfrm>
        </p:spPr>
        <p:txBody>
          <a:bodyPr/>
          <a:lstStyle/>
          <a:p>
            <a:r>
              <a:rPr lang="en-US" altLang="en-US"/>
              <a:t>Named Pipes</a:t>
            </a:r>
          </a:p>
        </p:txBody>
      </p:sp>
      <p:sp>
        <p:nvSpPr>
          <p:cNvPr id="115715" name="Content Placeholder 7">
            <a:extLst>
              <a:ext uri="{FF2B5EF4-FFF2-40B4-BE49-F238E27FC236}">
                <a16:creationId xmlns:a16="http://schemas.microsoft.com/office/drawing/2014/main" id="{18F2E9C8-16A0-4DAA-AF49-56C9A6E9D651}"/>
              </a:ext>
            </a:extLst>
          </p:cNvPr>
          <p:cNvSpPr>
            <a:spLocks noGrp="1" noChangeArrowheads="1"/>
          </p:cNvSpPr>
          <p:nvPr>
            <p:ph idx="1"/>
          </p:nvPr>
        </p:nvSpPr>
        <p:spPr>
          <a:xfrm>
            <a:off x="885825" y="1233488"/>
            <a:ext cx="7651750" cy="4530725"/>
          </a:xfrm>
        </p:spPr>
        <p:txBody>
          <a:bodyPr/>
          <a:lstStyle/>
          <a:p>
            <a:r>
              <a:rPr lang="en-US" altLang="en-US"/>
              <a:t>Named Pipes are more powerful than ordinary pipes</a:t>
            </a:r>
          </a:p>
          <a:p>
            <a:r>
              <a:rPr lang="en-US" altLang="en-US"/>
              <a:t>Communication is bidirectional</a:t>
            </a:r>
          </a:p>
          <a:p>
            <a:r>
              <a:rPr lang="en-US" altLang="en-US"/>
              <a:t>No parent-child relationship is necessary between the communicating processes</a:t>
            </a:r>
          </a:p>
          <a:p>
            <a:r>
              <a:rPr lang="en-US" altLang="en-US"/>
              <a:t>Several processes can use the named pipe for communication</a:t>
            </a:r>
          </a:p>
          <a:p>
            <a:r>
              <a:rPr lang="en-US" altLang="en-US"/>
              <a:t>Provided on both UNIX and Windows systems</a:t>
            </a:r>
          </a:p>
          <a:p>
            <a:endParaRPr lang="en-US" alt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17762" name="Rectangle 2">
            <a:extLst>
              <a:ext uri="{FF2B5EF4-FFF2-40B4-BE49-F238E27FC236}">
                <a16:creationId xmlns:a16="http://schemas.microsoft.com/office/drawing/2014/main" id="{A75C715D-993B-44C7-ADB7-9A677E467AAE}"/>
              </a:ext>
            </a:extLst>
          </p:cNvPr>
          <p:cNvSpPr>
            <a:spLocks noGrp="1" noChangeArrowheads="1"/>
          </p:cNvSpPr>
          <p:nvPr>
            <p:ph type="title"/>
          </p:nvPr>
        </p:nvSpPr>
        <p:spPr>
          <a:xfrm>
            <a:off x="766763" y="236538"/>
            <a:ext cx="8229600" cy="576262"/>
          </a:xfrm>
        </p:spPr>
        <p:txBody>
          <a:bodyPr/>
          <a:lstStyle/>
          <a:p>
            <a:pPr eaLnBrk="1" hangingPunct="1"/>
            <a:r>
              <a:rPr lang="en-US" altLang="en-US" sz="2800"/>
              <a:t>Communications in Client-Server Systems</a:t>
            </a:r>
          </a:p>
        </p:txBody>
      </p:sp>
      <p:sp>
        <p:nvSpPr>
          <p:cNvPr id="117763" name="Rectangle 3">
            <a:extLst>
              <a:ext uri="{FF2B5EF4-FFF2-40B4-BE49-F238E27FC236}">
                <a16:creationId xmlns:a16="http://schemas.microsoft.com/office/drawing/2014/main" id="{4D67705B-FB5C-413D-B899-1A626A2B7D74}"/>
              </a:ext>
            </a:extLst>
          </p:cNvPr>
          <p:cNvSpPr>
            <a:spLocks noGrp="1" noChangeArrowheads="1"/>
          </p:cNvSpPr>
          <p:nvPr>
            <p:ph type="body" idx="1"/>
          </p:nvPr>
        </p:nvSpPr>
        <p:spPr>
          <a:xfrm>
            <a:off x="889000" y="1233488"/>
            <a:ext cx="6794500" cy="4530725"/>
          </a:xfrm>
        </p:spPr>
        <p:txBody>
          <a:bodyPr/>
          <a:lstStyle/>
          <a:p>
            <a:r>
              <a:rPr lang="en-US" altLang="en-US"/>
              <a:t>Sockets</a:t>
            </a:r>
          </a:p>
          <a:p>
            <a:r>
              <a:rPr lang="en-US" altLang="en-US"/>
              <a:t>Remote Procedure Calls</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19810" name="Rectangle 2">
            <a:extLst>
              <a:ext uri="{FF2B5EF4-FFF2-40B4-BE49-F238E27FC236}">
                <a16:creationId xmlns:a16="http://schemas.microsoft.com/office/drawing/2014/main" id="{9A89FFA0-4422-4D97-8EC3-0539C7C28F43}"/>
              </a:ext>
            </a:extLst>
          </p:cNvPr>
          <p:cNvSpPr>
            <a:spLocks noGrp="1" noChangeArrowheads="1"/>
          </p:cNvSpPr>
          <p:nvPr>
            <p:ph type="title"/>
          </p:nvPr>
        </p:nvSpPr>
        <p:spPr>
          <a:xfrm>
            <a:off x="457200" y="236538"/>
            <a:ext cx="8229600" cy="576262"/>
          </a:xfrm>
        </p:spPr>
        <p:txBody>
          <a:bodyPr/>
          <a:lstStyle/>
          <a:p>
            <a:pPr eaLnBrk="1" hangingPunct="1"/>
            <a:r>
              <a:rPr lang="en-US" altLang="en-US"/>
              <a:t>Sockets</a:t>
            </a:r>
          </a:p>
        </p:txBody>
      </p:sp>
      <p:sp>
        <p:nvSpPr>
          <p:cNvPr id="119811" name="Rectangle 3">
            <a:extLst>
              <a:ext uri="{FF2B5EF4-FFF2-40B4-BE49-F238E27FC236}">
                <a16:creationId xmlns:a16="http://schemas.microsoft.com/office/drawing/2014/main" id="{7EE1CFE9-1B2A-4F4F-8A26-40D04D7473F6}"/>
              </a:ext>
            </a:extLst>
          </p:cNvPr>
          <p:cNvSpPr>
            <a:spLocks noGrp="1" noChangeArrowheads="1"/>
          </p:cNvSpPr>
          <p:nvPr>
            <p:ph type="body" idx="1"/>
          </p:nvPr>
        </p:nvSpPr>
        <p:spPr>
          <a:xfrm>
            <a:off x="876300" y="1154113"/>
            <a:ext cx="7632700" cy="4530725"/>
          </a:xfrm>
        </p:spPr>
        <p:txBody>
          <a:bodyPr/>
          <a:lstStyle/>
          <a:p>
            <a:r>
              <a:rPr lang="en-US" altLang="en-US" dirty="0"/>
              <a:t>A </a:t>
            </a:r>
            <a:r>
              <a:rPr lang="en-US" altLang="en-US" b="1" dirty="0">
                <a:solidFill>
                  <a:srgbClr val="006699"/>
                </a:solidFill>
                <a:latin typeface="+mj-lt"/>
              </a:rPr>
              <a:t>socket</a:t>
            </a:r>
            <a:r>
              <a:rPr lang="en-US" altLang="en-US" b="1" dirty="0">
                <a:solidFill>
                  <a:srgbClr val="0000FF"/>
                </a:solidFill>
              </a:rPr>
              <a:t> </a:t>
            </a:r>
            <a:r>
              <a:rPr lang="en-US" altLang="en-US" dirty="0"/>
              <a:t>is defined as an endpoint for communication</a:t>
            </a:r>
            <a:endParaRPr lang="en-US" altLang="en-US" sz="800" dirty="0"/>
          </a:p>
          <a:p>
            <a:r>
              <a:rPr lang="en-US" altLang="en-US" dirty="0"/>
              <a:t>Concatenation of IP address and </a:t>
            </a:r>
            <a:r>
              <a:rPr lang="en-US" altLang="en-US" b="1" dirty="0">
                <a:solidFill>
                  <a:srgbClr val="006699"/>
                </a:solidFill>
                <a:latin typeface="+mj-lt"/>
              </a:rPr>
              <a:t>port</a:t>
            </a:r>
            <a:r>
              <a:rPr lang="en-US" altLang="en-US" dirty="0"/>
              <a:t> – a number included at start of message packet to differentiate network services on a host</a:t>
            </a:r>
            <a:endParaRPr lang="en-US" altLang="en-US" sz="800" dirty="0"/>
          </a:p>
          <a:p>
            <a:r>
              <a:rPr lang="en-US" altLang="en-US" dirty="0"/>
              <a:t>The socket </a:t>
            </a:r>
            <a:r>
              <a:rPr lang="en-US" altLang="en-US" b="1" dirty="0"/>
              <a:t>161.25.19.8:1625</a:t>
            </a:r>
            <a:r>
              <a:rPr lang="en-US" altLang="en-US" dirty="0"/>
              <a:t> refers to port </a:t>
            </a:r>
            <a:r>
              <a:rPr lang="en-US" altLang="en-US" b="1" dirty="0"/>
              <a:t>1625</a:t>
            </a:r>
            <a:r>
              <a:rPr lang="en-US" altLang="en-US" dirty="0"/>
              <a:t> on host </a:t>
            </a:r>
            <a:r>
              <a:rPr lang="en-US" altLang="en-US" b="1" dirty="0"/>
              <a:t>161.25.19.8</a:t>
            </a:r>
            <a:endParaRPr lang="en-US" altLang="en-US" sz="800" b="1" dirty="0"/>
          </a:p>
          <a:p>
            <a:r>
              <a:rPr lang="en-US" altLang="en-US" dirty="0"/>
              <a:t>Communication consists between a pair of sockets</a:t>
            </a:r>
            <a:endParaRPr lang="en-US" altLang="en-US" sz="800" dirty="0"/>
          </a:p>
          <a:p>
            <a:r>
              <a:rPr lang="en-US" altLang="en-US" dirty="0"/>
              <a:t>All ports below 1024 are </a:t>
            </a:r>
            <a:r>
              <a:rPr lang="en-US" altLang="en-US" b="1" i="1" dirty="0"/>
              <a:t>well known</a:t>
            </a:r>
            <a:r>
              <a:rPr lang="en-US" altLang="en-US" dirty="0"/>
              <a:t>, used for standard services</a:t>
            </a:r>
            <a:endParaRPr lang="en-US" altLang="en-US" sz="800" dirty="0"/>
          </a:p>
          <a:p>
            <a:r>
              <a:rPr lang="en-US" altLang="en-US" dirty="0"/>
              <a:t>Special IP address 127.0.0.1 (</a:t>
            </a:r>
            <a:r>
              <a:rPr lang="en-US" altLang="en-US" b="1" dirty="0">
                <a:solidFill>
                  <a:srgbClr val="006699"/>
                </a:solidFill>
                <a:latin typeface="+mj-lt"/>
              </a:rPr>
              <a:t>loopback</a:t>
            </a:r>
            <a:r>
              <a:rPr lang="en-US" altLang="en-US" dirty="0"/>
              <a:t>) to refer to system on which process is running</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21858" name="Rectangle 2">
            <a:extLst>
              <a:ext uri="{FF2B5EF4-FFF2-40B4-BE49-F238E27FC236}">
                <a16:creationId xmlns:a16="http://schemas.microsoft.com/office/drawing/2014/main" id="{2ED2E090-F4D8-4519-90FE-FAC4503D24F9}"/>
              </a:ext>
            </a:extLst>
          </p:cNvPr>
          <p:cNvSpPr>
            <a:spLocks noGrp="1" noChangeArrowheads="1"/>
          </p:cNvSpPr>
          <p:nvPr>
            <p:ph type="title"/>
          </p:nvPr>
        </p:nvSpPr>
        <p:spPr>
          <a:xfrm>
            <a:off x="757238" y="227013"/>
            <a:ext cx="8229600" cy="576262"/>
          </a:xfrm>
        </p:spPr>
        <p:txBody>
          <a:bodyPr/>
          <a:lstStyle/>
          <a:p>
            <a:pPr eaLnBrk="1" hangingPunct="1"/>
            <a:r>
              <a:rPr lang="en-US" altLang="en-US"/>
              <a:t>Socket Communication</a:t>
            </a:r>
          </a:p>
        </p:txBody>
      </p:sp>
      <p:pic>
        <p:nvPicPr>
          <p:cNvPr id="121859" name="Picture 1">
            <a:extLst>
              <a:ext uri="{FF2B5EF4-FFF2-40B4-BE49-F238E27FC236}">
                <a16:creationId xmlns:a16="http://schemas.microsoft.com/office/drawing/2014/main" id="{4D63FFD0-5A8A-4D78-9147-3649FE91104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817688" y="1676400"/>
            <a:ext cx="5440362" cy="3705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23906" name="Rectangle 2">
            <a:extLst>
              <a:ext uri="{FF2B5EF4-FFF2-40B4-BE49-F238E27FC236}">
                <a16:creationId xmlns:a16="http://schemas.microsoft.com/office/drawing/2014/main" id="{AC43FE53-E6DD-4685-9922-7444BF8AFB40}"/>
              </a:ext>
            </a:extLst>
          </p:cNvPr>
          <p:cNvSpPr>
            <a:spLocks noGrp="1" noChangeArrowheads="1"/>
          </p:cNvSpPr>
          <p:nvPr>
            <p:ph type="title"/>
          </p:nvPr>
        </p:nvSpPr>
        <p:spPr>
          <a:xfrm>
            <a:off x="457200" y="227013"/>
            <a:ext cx="8229600" cy="576262"/>
          </a:xfrm>
        </p:spPr>
        <p:txBody>
          <a:bodyPr/>
          <a:lstStyle/>
          <a:p>
            <a:pPr eaLnBrk="1" hangingPunct="1"/>
            <a:r>
              <a:rPr lang="en-US" altLang="en-US"/>
              <a:t>Sockets in Java</a:t>
            </a:r>
          </a:p>
        </p:txBody>
      </p:sp>
      <p:sp>
        <p:nvSpPr>
          <p:cNvPr id="123907" name="Rectangle 3">
            <a:extLst>
              <a:ext uri="{FF2B5EF4-FFF2-40B4-BE49-F238E27FC236}">
                <a16:creationId xmlns:a16="http://schemas.microsoft.com/office/drawing/2014/main" id="{FDE461F4-16B3-46F4-BD43-800014F0C53C}"/>
              </a:ext>
            </a:extLst>
          </p:cNvPr>
          <p:cNvSpPr>
            <a:spLocks noGrp="1" noChangeArrowheads="1"/>
          </p:cNvSpPr>
          <p:nvPr>
            <p:ph type="body" idx="1"/>
          </p:nvPr>
        </p:nvSpPr>
        <p:spPr>
          <a:xfrm>
            <a:off x="806450" y="1233488"/>
            <a:ext cx="3419475" cy="4530725"/>
          </a:xfrm>
        </p:spPr>
        <p:txBody>
          <a:bodyPr/>
          <a:lstStyle/>
          <a:p>
            <a:r>
              <a:rPr lang="en-US" altLang="en-US" dirty="0"/>
              <a:t>Three types of sockets</a:t>
            </a:r>
          </a:p>
          <a:p>
            <a:pPr lvl="1"/>
            <a:r>
              <a:rPr lang="en-US" altLang="en-US" b="1" dirty="0">
                <a:solidFill>
                  <a:srgbClr val="006699"/>
                </a:solidFill>
                <a:latin typeface="+mj-lt"/>
              </a:rPr>
              <a:t>Connection-oriented</a:t>
            </a:r>
            <a:r>
              <a:rPr lang="en-US" altLang="en-US" b="1" dirty="0">
                <a:solidFill>
                  <a:srgbClr val="0000FF"/>
                </a:solidFill>
              </a:rPr>
              <a:t> </a:t>
            </a:r>
            <a:r>
              <a:rPr lang="en-US" altLang="en-US" dirty="0"/>
              <a:t>(</a:t>
            </a:r>
            <a:r>
              <a:rPr lang="en-US" altLang="en-US" b="1" dirty="0">
                <a:solidFill>
                  <a:srgbClr val="006699"/>
                </a:solidFill>
                <a:latin typeface="+mj-lt"/>
              </a:rPr>
              <a:t>TCP</a:t>
            </a:r>
            <a:r>
              <a:rPr lang="en-US" altLang="en-US" dirty="0"/>
              <a:t>)</a:t>
            </a:r>
          </a:p>
          <a:p>
            <a:pPr lvl="1"/>
            <a:r>
              <a:rPr lang="en-US" altLang="en-US" b="1" dirty="0">
                <a:solidFill>
                  <a:srgbClr val="006699"/>
                </a:solidFill>
                <a:latin typeface="+mj-lt"/>
              </a:rPr>
              <a:t>Connectionless</a:t>
            </a:r>
            <a:r>
              <a:rPr lang="en-US" altLang="en-US" dirty="0"/>
              <a:t> (</a:t>
            </a:r>
            <a:r>
              <a:rPr lang="en-US" altLang="en-US" b="1" dirty="0">
                <a:solidFill>
                  <a:srgbClr val="006699"/>
                </a:solidFill>
                <a:latin typeface="+mj-lt"/>
              </a:rPr>
              <a:t>UDP</a:t>
            </a:r>
            <a:r>
              <a:rPr lang="en-US" altLang="en-US" dirty="0"/>
              <a:t>)</a:t>
            </a:r>
          </a:p>
          <a:p>
            <a:pPr lvl="1"/>
            <a:r>
              <a:rPr lang="en-US" altLang="en-US" b="1" dirty="0" err="1">
                <a:latin typeface="Courier New" panose="02070309020205020404" pitchFamily="49" charset="0"/>
              </a:rPr>
              <a:t>MulticastSocket</a:t>
            </a:r>
            <a:r>
              <a:rPr lang="en-US" altLang="en-US" dirty="0"/>
              <a:t> class– data can be sent to multiple recipients</a:t>
            </a:r>
          </a:p>
          <a:p>
            <a:r>
              <a:rPr lang="en-US" altLang="en-US" dirty="0"/>
              <a:t>Consider this “Date” server in Java:</a:t>
            </a:r>
          </a:p>
          <a:p>
            <a:pPr lvl="1"/>
            <a:endParaRPr lang="en-US" altLang="en-US" dirty="0"/>
          </a:p>
          <a:p>
            <a:endParaRPr lang="en-US" altLang="en-US" dirty="0"/>
          </a:p>
        </p:txBody>
      </p:sp>
      <p:pic>
        <p:nvPicPr>
          <p:cNvPr id="123908" name="Picture 1">
            <a:extLst>
              <a:ext uri="{FF2B5EF4-FFF2-40B4-BE49-F238E27FC236}">
                <a16:creationId xmlns:a16="http://schemas.microsoft.com/office/drawing/2014/main" id="{EEE0770C-1450-4345-BEEA-A9C8ED78C94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225925" y="1233488"/>
            <a:ext cx="4740275" cy="4722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25954" name="Title 1">
            <a:extLst>
              <a:ext uri="{FF2B5EF4-FFF2-40B4-BE49-F238E27FC236}">
                <a16:creationId xmlns:a16="http://schemas.microsoft.com/office/drawing/2014/main" id="{C7511513-CD31-4692-851D-D1DB58E82D1A}"/>
              </a:ext>
            </a:extLst>
          </p:cNvPr>
          <p:cNvSpPr>
            <a:spLocks noGrp="1" noChangeArrowheads="1"/>
          </p:cNvSpPr>
          <p:nvPr>
            <p:ph type="title"/>
          </p:nvPr>
        </p:nvSpPr>
        <p:spPr/>
        <p:txBody>
          <a:bodyPr/>
          <a:lstStyle/>
          <a:p>
            <a:r>
              <a:rPr lang="en-US" altLang="en-US"/>
              <a:t>Sockets in Java</a:t>
            </a:r>
          </a:p>
        </p:txBody>
      </p:sp>
      <p:sp>
        <p:nvSpPr>
          <p:cNvPr id="2" name="TextBox 2">
            <a:extLst>
              <a:ext uri="{FF2B5EF4-FFF2-40B4-BE49-F238E27FC236}">
                <a16:creationId xmlns:a16="http://schemas.microsoft.com/office/drawing/2014/main" id="{F8969296-5702-413C-B856-961B30BD420A}"/>
              </a:ext>
            </a:extLst>
          </p:cNvPr>
          <p:cNvSpPr txBox="1">
            <a:spLocks noChangeArrowheads="1"/>
          </p:cNvSpPr>
          <p:nvPr/>
        </p:nvSpPr>
        <p:spPr bwMode="auto">
          <a:xfrm>
            <a:off x="3275013" y="1123950"/>
            <a:ext cx="285273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rgbClr val="993300"/>
              </a:buClr>
              <a:buSzPct val="90000"/>
              <a:buFont typeface="Monotype Sorts" pitchFamily="-84" charset="2"/>
              <a:buChar char="n"/>
              <a:defRPr kumimoji="1">
                <a:solidFill>
                  <a:schemeClr val="tx1"/>
                </a:solidFill>
                <a:latin typeface="Helvetica" panose="020B0604020202020204" pitchFamily="34" charset="0"/>
                <a:ea typeface="MS PGothic" panose="020B0600070205080204" pitchFamily="34" charset="-128"/>
                <a:cs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spcBef>
                <a:spcPct val="0"/>
              </a:spcBef>
              <a:buClrTx/>
              <a:buSzTx/>
              <a:buFontTx/>
              <a:buNone/>
              <a:defRPr/>
            </a:pPr>
            <a:r>
              <a:rPr kumimoji="0" lang="en-US" altLang="en-US" dirty="0">
                <a:latin typeface="+mn-lt"/>
              </a:rPr>
              <a:t>The equivalent Date client</a:t>
            </a:r>
          </a:p>
        </p:txBody>
      </p:sp>
      <p:pic>
        <p:nvPicPr>
          <p:cNvPr id="125956" name="Picture 3">
            <a:extLst>
              <a:ext uri="{FF2B5EF4-FFF2-40B4-BE49-F238E27FC236}">
                <a16:creationId xmlns:a16="http://schemas.microsoft.com/office/drawing/2014/main" id="{80564BD1-BFAE-4AE7-BD99-CC3DE4A875FF}"/>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473325" y="1620838"/>
            <a:ext cx="4954588" cy="4554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26978" name="Rectangle 2">
            <a:extLst>
              <a:ext uri="{FF2B5EF4-FFF2-40B4-BE49-F238E27FC236}">
                <a16:creationId xmlns:a16="http://schemas.microsoft.com/office/drawing/2014/main" id="{E01BCD28-A345-4D38-A597-097FF1FEF581}"/>
              </a:ext>
            </a:extLst>
          </p:cNvPr>
          <p:cNvSpPr>
            <a:spLocks noGrp="1" noChangeArrowheads="1"/>
          </p:cNvSpPr>
          <p:nvPr>
            <p:ph type="title"/>
          </p:nvPr>
        </p:nvSpPr>
        <p:spPr>
          <a:xfrm>
            <a:off x="457200" y="233363"/>
            <a:ext cx="8229600" cy="576262"/>
          </a:xfrm>
        </p:spPr>
        <p:txBody>
          <a:bodyPr/>
          <a:lstStyle/>
          <a:p>
            <a:pPr eaLnBrk="1" hangingPunct="1"/>
            <a:r>
              <a:rPr lang="en-US" altLang="en-US"/>
              <a:t>Remote Procedure Calls</a:t>
            </a:r>
          </a:p>
        </p:txBody>
      </p:sp>
      <p:sp>
        <p:nvSpPr>
          <p:cNvPr id="126979" name="Rectangle 3">
            <a:extLst>
              <a:ext uri="{FF2B5EF4-FFF2-40B4-BE49-F238E27FC236}">
                <a16:creationId xmlns:a16="http://schemas.microsoft.com/office/drawing/2014/main" id="{CDEC6CAE-EDD4-4F10-873D-FB38F22E6965}"/>
              </a:ext>
            </a:extLst>
          </p:cNvPr>
          <p:cNvSpPr>
            <a:spLocks noGrp="1" noChangeArrowheads="1"/>
          </p:cNvSpPr>
          <p:nvPr>
            <p:ph type="body" idx="1"/>
          </p:nvPr>
        </p:nvSpPr>
        <p:spPr>
          <a:xfrm>
            <a:off x="901700" y="1138238"/>
            <a:ext cx="7654925" cy="4867275"/>
          </a:xfrm>
        </p:spPr>
        <p:txBody>
          <a:bodyPr/>
          <a:lstStyle/>
          <a:p>
            <a:r>
              <a:rPr lang="en-US" altLang="en-US" dirty="0"/>
              <a:t>Remote procedure call (RPC) abstracts procedure calls between processes on networked systems</a:t>
            </a:r>
          </a:p>
          <a:p>
            <a:pPr lvl="1"/>
            <a:r>
              <a:rPr lang="en-US" altLang="en-US" dirty="0"/>
              <a:t>Again uses ports for service differentiation</a:t>
            </a:r>
          </a:p>
          <a:p>
            <a:r>
              <a:rPr lang="en-US" altLang="en-US" b="1" dirty="0">
                <a:solidFill>
                  <a:srgbClr val="006699"/>
                </a:solidFill>
                <a:latin typeface="+mj-lt"/>
              </a:rPr>
              <a:t>Stubs</a:t>
            </a:r>
            <a:r>
              <a:rPr lang="en-US" altLang="en-US" dirty="0"/>
              <a:t> – client-side proxy for the actual procedure on the server</a:t>
            </a:r>
          </a:p>
          <a:p>
            <a:r>
              <a:rPr lang="en-US" altLang="en-US" dirty="0"/>
              <a:t>The client-side stub locates the server and </a:t>
            </a:r>
            <a:r>
              <a:rPr lang="en-US" altLang="en-US" b="1" dirty="0">
                <a:solidFill>
                  <a:srgbClr val="006699"/>
                </a:solidFill>
                <a:latin typeface="+mj-lt"/>
              </a:rPr>
              <a:t>marshalls</a:t>
            </a:r>
            <a:r>
              <a:rPr lang="en-US" altLang="en-US" dirty="0"/>
              <a:t> the parameters</a:t>
            </a:r>
          </a:p>
          <a:p>
            <a:r>
              <a:rPr lang="en-US" altLang="en-US" dirty="0"/>
              <a:t>The server-side stub receives this message, unpacks the marshalled parameters, and performs the procedure on the server</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29026" name="Rectangle 2">
            <a:extLst>
              <a:ext uri="{FF2B5EF4-FFF2-40B4-BE49-F238E27FC236}">
                <a16:creationId xmlns:a16="http://schemas.microsoft.com/office/drawing/2014/main" id="{3CFC0513-6498-44D9-8826-FE7B637CBB87}"/>
              </a:ext>
            </a:extLst>
          </p:cNvPr>
          <p:cNvSpPr>
            <a:spLocks noGrp="1" noChangeArrowheads="1"/>
          </p:cNvSpPr>
          <p:nvPr>
            <p:ph type="title"/>
          </p:nvPr>
        </p:nvSpPr>
        <p:spPr>
          <a:xfrm>
            <a:off x="930275" y="230188"/>
            <a:ext cx="8229600" cy="576262"/>
          </a:xfrm>
        </p:spPr>
        <p:txBody>
          <a:bodyPr/>
          <a:lstStyle/>
          <a:p>
            <a:pPr eaLnBrk="1" hangingPunct="1"/>
            <a:r>
              <a:rPr lang="en-US" altLang="en-US"/>
              <a:t>Remote Procedure Calls (Cont.)</a:t>
            </a:r>
          </a:p>
        </p:txBody>
      </p:sp>
      <p:sp>
        <p:nvSpPr>
          <p:cNvPr id="129027" name="Rectangle 3">
            <a:extLst>
              <a:ext uri="{FF2B5EF4-FFF2-40B4-BE49-F238E27FC236}">
                <a16:creationId xmlns:a16="http://schemas.microsoft.com/office/drawing/2014/main" id="{2D773B3E-1F58-47D6-A600-27575633E577}"/>
              </a:ext>
            </a:extLst>
          </p:cNvPr>
          <p:cNvSpPr>
            <a:spLocks noGrp="1" noChangeArrowheads="1"/>
          </p:cNvSpPr>
          <p:nvPr>
            <p:ph type="body" idx="1"/>
          </p:nvPr>
        </p:nvSpPr>
        <p:spPr>
          <a:xfrm>
            <a:off x="930275" y="969963"/>
            <a:ext cx="7672388" cy="4675187"/>
          </a:xfrm>
        </p:spPr>
        <p:txBody>
          <a:bodyPr/>
          <a:lstStyle/>
          <a:p>
            <a:pPr>
              <a:buFont typeface="Monotype Sorts" pitchFamily="-84" charset="2"/>
              <a:buNone/>
            </a:pPr>
            <a:endParaRPr lang="en-US" altLang="en-US" sz="1600" dirty="0"/>
          </a:p>
          <a:p>
            <a:r>
              <a:rPr lang="en-US" altLang="en-US" dirty="0"/>
              <a:t>Data representation handled via </a:t>
            </a:r>
            <a:r>
              <a:rPr lang="en-US" altLang="en-US" b="1" dirty="0">
                <a:solidFill>
                  <a:srgbClr val="006699"/>
                </a:solidFill>
                <a:latin typeface="+mj-lt"/>
              </a:rPr>
              <a:t>External Data Representation</a:t>
            </a:r>
            <a:r>
              <a:rPr lang="en-US" altLang="en-US" b="1" dirty="0">
                <a:solidFill>
                  <a:srgbClr val="0000FF"/>
                </a:solidFill>
              </a:rPr>
              <a:t> </a:t>
            </a:r>
            <a:r>
              <a:rPr lang="en-US" altLang="en-US" dirty="0"/>
              <a:t>(</a:t>
            </a:r>
            <a:r>
              <a:rPr lang="en-US" altLang="en-US" b="1" dirty="0">
                <a:solidFill>
                  <a:srgbClr val="006699"/>
                </a:solidFill>
                <a:latin typeface="+mj-lt"/>
              </a:rPr>
              <a:t>XDL</a:t>
            </a:r>
            <a:r>
              <a:rPr lang="en-US" altLang="en-US" dirty="0"/>
              <a:t>) format to account for different architectures</a:t>
            </a:r>
          </a:p>
          <a:p>
            <a:pPr lvl="1"/>
            <a:r>
              <a:rPr lang="en-US" altLang="en-US" b="1" dirty="0">
                <a:solidFill>
                  <a:srgbClr val="006699"/>
                </a:solidFill>
                <a:latin typeface="+mj-lt"/>
              </a:rPr>
              <a:t>Big-endian</a:t>
            </a:r>
            <a:r>
              <a:rPr lang="en-US" altLang="en-US" b="1" dirty="0">
                <a:solidFill>
                  <a:srgbClr val="0000FF"/>
                </a:solidFill>
              </a:rPr>
              <a:t> </a:t>
            </a:r>
            <a:r>
              <a:rPr lang="en-US" altLang="en-US" dirty="0"/>
              <a:t>and </a:t>
            </a:r>
            <a:r>
              <a:rPr lang="en-US" altLang="en-US" b="1" dirty="0">
                <a:solidFill>
                  <a:srgbClr val="006699"/>
                </a:solidFill>
                <a:latin typeface="+mj-lt"/>
              </a:rPr>
              <a:t>little-endian</a:t>
            </a:r>
          </a:p>
          <a:p>
            <a:r>
              <a:rPr lang="en-US" altLang="en-US" dirty="0"/>
              <a:t>Remote communication has more failure scenarios than local</a:t>
            </a:r>
          </a:p>
          <a:p>
            <a:pPr lvl="1"/>
            <a:r>
              <a:rPr lang="en-US" altLang="en-US" dirty="0"/>
              <a:t>Messages can be delivered </a:t>
            </a:r>
            <a:r>
              <a:rPr lang="en-US" altLang="en-US" b="1" i="1" dirty="0"/>
              <a:t>exactly once </a:t>
            </a:r>
            <a:r>
              <a:rPr lang="en-US" altLang="en-US" dirty="0"/>
              <a:t>rather than </a:t>
            </a:r>
            <a:r>
              <a:rPr lang="en-US" altLang="en-US" b="1" i="1" dirty="0"/>
              <a:t>at most once</a:t>
            </a:r>
          </a:p>
          <a:p>
            <a:r>
              <a:rPr lang="en-US" altLang="en-US" dirty="0"/>
              <a:t>OS typically provides a rendezvous (or </a:t>
            </a:r>
            <a:r>
              <a:rPr lang="en-US" altLang="en-US" b="1" dirty="0">
                <a:solidFill>
                  <a:srgbClr val="006699"/>
                </a:solidFill>
                <a:latin typeface="+mj-lt"/>
              </a:rPr>
              <a:t>matchmaker</a:t>
            </a:r>
            <a:r>
              <a:rPr lang="en-US" altLang="en-US" dirty="0"/>
              <a:t>) service to connect client and server</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31074" name="Rectangle 2">
            <a:extLst>
              <a:ext uri="{FF2B5EF4-FFF2-40B4-BE49-F238E27FC236}">
                <a16:creationId xmlns:a16="http://schemas.microsoft.com/office/drawing/2014/main" id="{D538A429-F2A7-4F7C-87E2-EEC652982A19}"/>
              </a:ext>
            </a:extLst>
          </p:cNvPr>
          <p:cNvSpPr>
            <a:spLocks noGrp="1" noChangeArrowheads="1"/>
          </p:cNvSpPr>
          <p:nvPr>
            <p:ph type="title"/>
          </p:nvPr>
        </p:nvSpPr>
        <p:spPr>
          <a:xfrm>
            <a:off x="457200" y="230188"/>
            <a:ext cx="8229600" cy="576262"/>
          </a:xfrm>
        </p:spPr>
        <p:txBody>
          <a:bodyPr/>
          <a:lstStyle/>
          <a:p>
            <a:pPr eaLnBrk="1" hangingPunct="1"/>
            <a:r>
              <a:rPr lang="en-US" altLang="en-US"/>
              <a:t>Execution of RPC</a:t>
            </a:r>
          </a:p>
        </p:txBody>
      </p:sp>
      <p:pic>
        <p:nvPicPr>
          <p:cNvPr id="131075" name="Picture 1">
            <a:extLst>
              <a:ext uri="{FF2B5EF4-FFF2-40B4-BE49-F238E27FC236}">
                <a16:creationId xmlns:a16="http://schemas.microsoft.com/office/drawing/2014/main" id="{ECFE0A42-3507-487F-9D40-A6D4040A6DD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362200" y="909638"/>
            <a:ext cx="4419600" cy="5318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2">
            <a:extLst>
              <a:ext uri="{FF2B5EF4-FFF2-40B4-BE49-F238E27FC236}">
                <a16:creationId xmlns:a16="http://schemas.microsoft.com/office/drawing/2014/main" id="{81719306-4F82-48FE-911C-AE3ACD5990CA}"/>
              </a:ext>
            </a:extLst>
          </p:cNvPr>
          <p:cNvSpPr>
            <a:spLocks noGrp="1" noChangeArrowheads="1"/>
          </p:cNvSpPr>
          <p:nvPr>
            <p:ph type="ctrTitle"/>
          </p:nvPr>
        </p:nvSpPr>
        <p:spPr/>
        <p:txBody>
          <a:bodyPr/>
          <a:lstStyle/>
          <a:p>
            <a:pPr eaLnBrk="1" hangingPunct="1"/>
            <a:r>
              <a:rPr lang="en-US" altLang="en-US"/>
              <a:t>End of Chapter 3</a:t>
            </a:r>
          </a:p>
        </p:txBody>
      </p:sp>
    </p:spTree>
  </p:cSld>
  <p:clrMapOvr>
    <a:masterClrMapping/>
  </p:clrMapOvr>
</p:sld>
</file>

<file path=ppt/theme/theme1.xml><?xml version="1.0" encoding="utf-8"?>
<a:theme xmlns:a="http://schemas.openxmlformats.org/drawingml/2006/main" name="os-8">
  <a:themeElements>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fontScheme name="os-8">
      <a:majorFont>
        <a:latin typeface="Arial"/>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Verdana"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Verdana" charset="0"/>
          </a:defRPr>
        </a:defPPr>
      </a:lstStyle>
    </a:lnDef>
  </a:objectDefaults>
  <a:extraClrSchemeLst>
    <a:extraClrScheme>
      <a:clrScheme name="os-8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os-8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os-8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os-8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os-8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os-8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os-8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OS8</Template>
  <TotalTime>18945</TotalTime>
  <Words>4465</Words>
  <Application>Microsoft Office PowerPoint</Application>
  <PresentationFormat>On-screen Show (4:3)</PresentationFormat>
  <Paragraphs>498</Paragraphs>
  <Slides>71</Slides>
  <Notes>64</Notes>
  <HiddenSlides>27</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71</vt:i4>
      </vt:variant>
    </vt:vector>
  </HeadingPairs>
  <TitlesOfParts>
    <vt:vector size="83" baseType="lpstr">
      <vt:lpstr>Arial</vt:lpstr>
      <vt:lpstr>Courier</vt:lpstr>
      <vt:lpstr>Courier New</vt:lpstr>
      <vt:lpstr>Helvetica</vt:lpstr>
      <vt:lpstr>Monaco</vt:lpstr>
      <vt:lpstr>Monotype Sorts</vt:lpstr>
      <vt:lpstr>quote-cjk-patch</vt:lpstr>
      <vt:lpstr>Times New Roman</vt:lpstr>
      <vt:lpstr>Verdana</vt:lpstr>
      <vt:lpstr>Webdings</vt:lpstr>
      <vt:lpstr>Wingdings</vt:lpstr>
      <vt:lpstr>os-8</vt:lpstr>
      <vt:lpstr>Chapter 3:  Processes</vt:lpstr>
      <vt:lpstr>Outline</vt:lpstr>
      <vt:lpstr>Objectives</vt:lpstr>
      <vt:lpstr>Process Concept</vt:lpstr>
      <vt:lpstr>Process Concept (Cont.)</vt:lpstr>
      <vt:lpstr>Process in Memory</vt:lpstr>
      <vt:lpstr>Memory Layout of a C Program</vt:lpstr>
      <vt:lpstr>Process State</vt:lpstr>
      <vt:lpstr>Diagram of Process State</vt:lpstr>
      <vt:lpstr>Process Control Block (PCB)</vt:lpstr>
      <vt:lpstr>Threads</vt:lpstr>
      <vt:lpstr>Process Representation in Linux</vt:lpstr>
      <vt:lpstr>Process Scheduling</vt:lpstr>
      <vt:lpstr>Ready and Wait Queues</vt:lpstr>
      <vt:lpstr>Representation of Process Scheduling</vt:lpstr>
      <vt:lpstr>CPU Switch From Process to Process</vt:lpstr>
      <vt:lpstr>Context Switch</vt:lpstr>
      <vt:lpstr>Multitasking in Mobile Systems</vt:lpstr>
      <vt:lpstr>Operations on Processes</vt:lpstr>
      <vt:lpstr>Process Creation</vt:lpstr>
      <vt:lpstr>Process Creation (Cont.)</vt:lpstr>
      <vt:lpstr>A Tree of Processes in Linux</vt:lpstr>
      <vt:lpstr>C Program Forking Separate Process</vt:lpstr>
      <vt:lpstr>Creating a Separate Process via Windows API</vt:lpstr>
      <vt:lpstr>Process Termination</vt:lpstr>
      <vt:lpstr>Process Termination</vt:lpstr>
      <vt:lpstr>Android Process Importance Hierarchy</vt:lpstr>
      <vt:lpstr>Multiprocess Architecture – Chrome Browser</vt:lpstr>
      <vt:lpstr>Interprocess Communication</vt:lpstr>
      <vt:lpstr>Communications Models </vt:lpstr>
      <vt:lpstr>Producer-Consumer Problem</vt:lpstr>
      <vt:lpstr>IPC – Shared Memory</vt:lpstr>
      <vt:lpstr>Bounded-Buffer – Shared-Memory Solution</vt:lpstr>
      <vt:lpstr>Producer Process – Shared Memory</vt:lpstr>
      <vt:lpstr>Consumer Process – Shared Memory</vt:lpstr>
      <vt:lpstr>What about Filling all the Buffers?</vt:lpstr>
      <vt:lpstr>Producer </vt:lpstr>
      <vt:lpstr>Consumer</vt:lpstr>
      <vt:lpstr>Race Condition</vt:lpstr>
      <vt:lpstr>Race Condition (Cont.)</vt:lpstr>
      <vt:lpstr>IPC – Message Passing</vt:lpstr>
      <vt:lpstr>Message Passing (Cont.)</vt:lpstr>
      <vt:lpstr>Implementation of Communication Link</vt:lpstr>
      <vt:lpstr>Direct Communication</vt:lpstr>
      <vt:lpstr>Indirect Communication</vt:lpstr>
      <vt:lpstr>Indirect Communication (Cont.)</vt:lpstr>
      <vt:lpstr>Indirect Communication (Cont.)</vt:lpstr>
      <vt:lpstr>Synchronization</vt:lpstr>
      <vt:lpstr>Producer-Consumer: Message Passing</vt:lpstr>
      <vt:lpstr>Buffering</vt:lpstr>
      <vt:lpstr>Examples of IPC Systems - POSIX</vt:lpstr>
      <vt:lpstr>IPC POSIX Producer</vt:lpstr>
      <vt:lpstr>IPC POSIX Consumer</vt:lpstr>
      <vt:lpstr>Examples of IPC Systems - Mach</vt:lpstr>
      <vt:lpstr>Mach Messages</vt:lpstr>
      <vt:lpstr>Mach Message Passing - Client</vt:lpstr>
      <vt:lpstr>Mach Message Passing - Server</vt:lpstr>
      <vt:lpstr>Examples of IPC Systems – Windows</vt:lpstr>
      <vt:lpstr>Local Procedure Calls in Windows</vt:lpstr>
      <vt:lpstr>Pipes</vt:lpstr>
      <vt:lpstr>Ordinary Pipes</vt:lpstr>
      <vt:lpstr>Named Pipes</vt:lpstr>
      <vt:lpstr>Communications in Client-Server Systems</vt:lpstr>
      <vt:lpstr>Sockets</vt:lpstr>
      <vt:lpstr>Socket Communication</vt:lpstr>
      <vt:lpstr>Sockets in Java</vt:lpstr>
      <vt:lpstr>Sockets in Java</vt:lpstr>
      <vt:lpstr>Remote Procedure Calls</vt:lpstr>
      <vt:lpstr>Remote Procedure Calls (Cont.)</vt:lpstr>
      <vt:lpstr>Execution of RPC</vt:lpstr>
      <vt:lpstr>End of Chapter 3</vt:lpstr>
    </vt:vector>
  </TitlesOfParts>
  <Company>Lucent Technologies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2.01</dc:title>
  <dc:creator>Lucent End User</dc:creator>
  <cp:lastModifiedBy>CS Graduate Portal</cp:lastModifiedBy>
  <cp:revision>348</cp:revision>
  <cp:lastPrinted>2013-10-02T18:16:40Z</cp:lastPrinted>
  <dcterms:created xsi:type="dcterms:W3CDTF">2011-01-13T23:43:38Z</dcterms:created>
  <dcterms:modified xsi:type="dcterms:W3CDTF">2026-01-31T09:23:27Z</dcterms:modified>
</cp:coreProperties>
</file>